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72768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Georgia"/>
              </a:defRPr>
            </a:pPr>
            <a:r>
              <a:t>Alethicode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ADCFC"/>
                </a:solidFill>
                <a:latin typeface="Microsoft YaHei"/>
              </a:defRPr>
            </a:pPr>
            <a:r>
              <a:t>面向非计算机专业 Python 初学者的 AI 智能在线评测平台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在线评测 · AI Tutor · 课件 RAG · 课堂协作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传统 OJ 与通用 AI 都无法完整覆盖初学者学习闭环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OJ 反馈太冷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只给 AC/WA/RE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不解释为什么错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缺少下一步建议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AI 脱离课堂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不了解教师课件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不了解学生历史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容易泛化或泄题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教师负担重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备题、批改、答疑成本高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学情分析难自动化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个性化辅导难规模化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构建真实判题驱动的智能编程教育闭环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评测闭环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题库、编辑器、提交、判题、提交详情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AI 导学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阶段化 Tutor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错误诊断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AC 复盘与迁移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教学闭环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课件 RAG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课堂协作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学情画像和管理端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Vue 前端 + Spring Boot 主后端 + Python AI 微服务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学生 OJ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教师课堂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管理端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课件问答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Spring Boot 3.5.12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账号、题库、提交、AI、课堂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支撑层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PostgreSQL/pgvector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Redis、Memgraph、NATS、Temporal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核心功能一：在线评测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保留真实 OJ 判题能力，形成可靠学习信号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题目与编辑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题目列表、题面、样例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CodeMirror 多语言编辑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提交判题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提交代码到后端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Judge Server 沙箱评测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结果复盘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提交历史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错误详情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作为 AI 诊断证据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核心功能二：AI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围绕学生做题过程提供阶段化辅导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七阶段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READING → IDEATING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SCAFFOLDING → CODING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ERROR_FEEDBACK → AC_REVIEW → TRANSFER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题目、提交、错误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课件、画像、历史对话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会话能力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检查点恢复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压缩、分叉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WebSocket 实时状态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AI 可信回答机制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减少幻觉、泄题和脱离课堂的回答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EvidencePack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收集题目、提交、课件、画像证据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Reflection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回答后自检教学性、引用、安全边界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安全与成本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Prompt Safety Filter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Token 用量统计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缓存与熔断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核心功能三：课件 RAG 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让 AI 回答回到教师课件和知识点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语言包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课件导入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页面切分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知识点抽取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RAG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LightRAG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pgvector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Memgraph 图谱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问答体验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创建会话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带引用回答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页面预览与反馈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核心功能四：课堂协作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从个人练习扩展到真实教学组织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班级作业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班级、成员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课堂、作业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学生提交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教师效率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AI 智能出题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人工审核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课堂监控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学情分析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掌握度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误区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风险检测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后台管理与运维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保障平台长期可维护和可观察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管理端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用户、题目、测试用例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判题服务器、公告、配置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AI 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AI 配置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质量报告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Trace 和提示变体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运维观测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Actuator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Prometheus/Jaeger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Sentry/GlitchTip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数据库与部署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按工程系统方式组织数据和运行环境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PostgreSQL + pgvector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Redis Session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Flyway 迁移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微服务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tutor-graph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alethicode-rag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Judge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Docker Compose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Nginx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健康检查与环境变量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自动化测试覆盖多层核心契约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单元测试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控制器契约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集成和架构测试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Jest 单元/契约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Playwright E2E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视觉回归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登录、提交、AI、RAG、课堂、管理端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项目创新点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真实学习信号驱动个性化编程辅导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教学创新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真实判题 + AI 导学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阶段化 Tutor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课件引用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工程创新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AI 可观测性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EvidencePack + Reflection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RAG 与 OJ 融合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课堂价值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教师降本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学情画像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个性化复盘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761"/>
                </a:solidFill>
                <a:latin typeface="Microsoft YaHei"/>
              </a:defRPr>
            </a:pPr>
            <a:r>
              <a:t>不足与改进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D"/>
                </a:solidFill>
                <a:latin typeface="Microsoft YaHei"/>
              </a:defRPr>
            </a:pPr>
            <a:r>
              <a:t>当前系统已经完整，但仍需继续工程化打磨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外部服务依赖多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AI 质量受模型影响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演示环境复杂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160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改进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健康检查和备用录屏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评估集与反馈闭环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压测与容量规划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5087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73152" cy="41605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36776"/>
            <a:ext cx="2926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2831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292607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补充截图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执行最终测试</a:t>
            </a:r>
          </a:p>
          <a:p>
            <a:pPr>
              <a:spcAft>
                <a:spcPts val="400"/>
              </a:spcAft>
              <a:defRPr sz="1220">
                <a:solidFill>
                  <a:srgbClr val="5F697D"/>
                </a:solidFill>
                <a:latin typeface="Microsoft YaHei"/>
              </a:defRPr>
            </a:pPr>
            <a:r>
              <a:t>按学院模板排版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D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Microsoft YaHei"/>
              </a:defRPr>
            </a:pPr>
            <a:r>
              <a:t>在线评测 + AI Tutor + 课件 RAG + 课堂协作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Alethicode 构建了面向初学者的智能编程教育闭环。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系统保留真实 OJ 判题能力，并让 AI 基于真实学习证据进行辅导。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项目具备课程展示价值，也具备继续扩展到真实教学场景的工程基础。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谢谢各位老师，欢迎批评指正。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