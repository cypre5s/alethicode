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技术栈上，前端使用 Vue 3、Vite 7、Element Plus、CodeMirror 6 和 ECharts，支撑学生端、教师端和管理端交互；后端使用 Java 21、Spring Boot 3.4.4、WebSocket 和 Spring Security，承载业务逻辑、实时推送与权限控制；数据层使用 PostgreSQL 16、pgvector、Redis 7 和 Flyway，统一管理结构化数据、向量检索、缓存和数据库演进；AI 层接入 LLM 与 Embedding API，结合 RAG 和多 Agent 状态机编排；判题层通过 Judge Server 1.6.1 和 Docker 沙箱执行真实代码；工程化侧使用 Docker Compose、Swagger UI、JUnit、Jest 和 Playwright。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8288" y="457200"/>
            <a:ext cx="640080" cy="731520"/>
          </a:xfrm>
          <a:prstGeom prst="triangl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256032" y="457200"/>
            <a:ext cx="640080" cy="731520"/>
          </a:xfrm>
          <a:prstGeom prst="triangle">
            <a:avLst/>
          </a:prstGeom>
          <a:solidFill>
            <a:srgbClr val="F7C886"/>
          </a:solidFill>
          <a:ln w="12700">
            <a:solidFill>
              <a:srgbClr val="F7C88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5480" y="850392"/>
            <a:ext cx="47548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13848" y="850392"/>
            <a:ext cx="475488" cy="73152"/>
          </a:xfrm>
          <a:prstGeom prst="rect">
            <a:avLst/>
          </a:prstGeom>
          <a:solidFill>
            <a:srgbClr val="D8942D"/>
          </a:solidFill>
          <a:ln w="12700">
            <a:solidFill>
              <a:srgbClr val="D894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850392"/>
            <a:ext cx="47548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30584" y="850392"/>
            <a:ext cx="475488" cy="73152"/>
          </a:xfrm>
          <a:prstGeom prst="rect">
            <a:avLst/>
          </a:prstGeom>
          <a:solidFill>
            <a:srgbClr val="D8942D"/>
          </a:solidFill>
          <a:ln w="12700">
            <a:solidFill>
              <a:srgbClr val="D894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217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技术栈总览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4944" y="11887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前后端分离架构，AI 能力、真实判题与教学数据闭环协同支撑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828800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0D111B"/>
          </a:solidFill>
          <a:ln w="13970">
            <a:solidFill>
              <a:srgbClr val="24D3EE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828800"/>
            <a:ext cx="109728" cy="841248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066544"/>
            <a:ext cx="347472" cy="347472"/>
          </a:xfrm>
          <a:prstGeom prst="ellipse">
            <a:avLst/>
          </a:prstGeom>
          <a:solidFill>
            <a:srgbClr val="24D3EE"/>
          </a:solidFill>
          <a:ln w="12700">
            <a:solidFill>
              <a:srgbClr val="24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18541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507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1499616" y="199339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前端体验层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99616" y="2340864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· Vite 7 · Element Plus · CodeMirror 6 · ECharts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0D111B"/>
          </a:solidFill>
          <a:ln w="13970">
            <a:solidFill>
              <a:srgbClr val="3B82F6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828800"/>
            <a:ext cx="109728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06654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18541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507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7141464" y="199339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41464" y="2340864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21 · Spring Boot 3.4.4 · WebSocket · Spring Security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13232" y="2999232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0D111B"/>
          </a:solidFill>
          <a:ln w="13970">
            <a:solidFill>
              <a:srgbClr val="22C55E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2999232"/>
            <a:ext cx="109728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23697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335584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507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499616" y="316382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数据与检索层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99616" y="351129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16 · pgvector · Redis 7 · Flyway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355080" y="2999232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0D111B"/>
          </a:solidFill>
          <a:ln w="13970">
            <a:solidFill>
              <a:srgbClr val="EC4899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2999232"/>
            <a:ext cx="109728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11112" y="3236976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35584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507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7141464" y="316382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41464" y="351129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/ Embedding API · RAG · 多 Agent 状态机编排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713232" y="4169664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0D111B"/>
          </a:solidFill>
          <a:ln w="13970">
            <a:solidFill>
              <a:srgbClr val="D8942D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4169664"/>
            <a:ext cx="109728" cy="841248"/>
          </a:xfrm>
          <a:prstGeom prst="rect">
            <a:avLst/>
          </a:prstGeom>
          <a:solidFill>
            <a:srgbClr val="D8942D"/>
          </a:solidFill>
          <a:ln w="12700">
            <a:solidFill>
              <a:srgbClr val="D894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" y="4407408"/>
            <a:ext cx="347472" cy="347472"/>
          </a:xfrm>
          <a:prstGeom prst="ellipse">
            <a:avLst/>
          </a:prstGeom>
          <a:solidFill>
            <a:srgbClr val="D8942D"/>
          </a:solidFill>
          <a:ln w="12700">
            <a:solidFill>
              <a:srgbClr val="D894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" y="452628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507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1499616" y="43342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判题执行层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 Server 1.6.1 · Docker 沙箱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6355080" y="4169664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0D111B"/>
          </a:solidFill>
          <a:ln w="13970">
            <a:solidFill>
              <a:srgbClr val="7C3AED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4169664"/>
            <a:ext cx="10972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11112" y="440740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452628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507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7141464" y="43342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工程化支撑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141464" y="468172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5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· Swagger UI · JUnit · Jest · Playwright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234440" y="5650992"/>
            <a:ext cx="9738360" cy="438912"/>
          </a:xfrm>
          <a:prstGeom prst="roundRect">
            <a:avLst>
              <a:gd name="adj" fmla="val 10417"/>
            </a:avLst>
          </a:prstGeom>
          <a:solidFill>
            <a:srgbClr val="111827"/>
          </a:solidFill>
          <a:ln w="8890">
            <a:solidFill>
              <a:srgbClr val="2D3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72768" y="5806440"/>
            <a:ext cx="9070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从代码编辑、真实判题到 RAG 问答与 Agent 导学，系统技术栈围绕“可执行、可检索、可诊断、可分析”的教学闭环构建。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Alethicode 技术栈总览</dc:title>
  <dc:subject>技术栈总览单页</dc:subject>
  <dc:creator>Alethicode Team</dc:creator>
  <cp:lastModifiedBy>Alethicode Team</cp:lastModifiedBy>
  <cp:revision>1</cp:revision>
  <dcterms:created xsi:type="dcterms:W3CDTF">2026-04-13T16:53:31Z</dcterms:created>
  <dcterms:modified xsi:type="dcterms:W3CDTF">2026-04-13T16:53:31Z</dcterms:modified>
</cp:coreProperties>
</file>