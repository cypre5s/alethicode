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各位老师好，我们的项目是 Alethicode，一个面向非科班编程语言初学者的 LLM 驱动智能教育平台。这里先说明一点：我们当前最典型的落地场景是 Python 教学，但项目定位并不局限于 Python，而是服务于缺少系统编程训练的语言初学者。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从背景看，教育强国建设和教育数字化转型正在推动人工智能进入真实教学过程。对编程语言学习来说，也需要从只看结果的评价，转向对学习过程的持续指导。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这个方向落到我们学校的真实场景，就是每年有 1000 多名非科班学生需要学习 Python。对他们来说，困难往往不是没有题做，而是缺少过程反馈、容易在第一次错误后受挫。</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对语言初学者来说，痛点可以概括为四个：看不懂题、写不出第一步、提交失败后不知道错因，以及课堂课件和代码练习之间难以迁移。</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传统 OJ 的优势是判题稳定，但更像结果评价工具。通用 AI 聊天工具回答能力强，但缺少课程、题目和阶段上下文。OJ 加聊天框也只是工具拼接，诊断结果很难进入复习和学情分析。</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所以 Alethicode 的核心不是再做一个 OJ，也不是给 OJ 加一个聊天框，而是建立学、练、诊、复、析的闭环。每一次代码提交，都继续进入诊断、复习和教学分析。</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系统功能上，学生侧包括课程知识问答、题目练习、AI 导学助手和错题复习。教师侧包括班级管理、作业管理、课件管理和学情分析。</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这条闭环中，学是课程内容问答，练是真实代码提交，诊是 AI 错误诊断，复是错题与专项复习，析是教师数据看板。关键点是每个环节的数据都能继续流动。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其中最核心的是 AI 导学助手。它不是自由聊天窗口，而是围绕语言学习过程设计成六个阶段：审题、构思、编码、错误反馈、通过复盘和迁移练习。</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为了让 AI 输出更稳定，我们设计了多 Agent 协同。OrchestratorAgent 负责编排调度，GuideAgent 审题，DiagnosticsAgent 诊断，TransferAgent 迁移，MetacognitiveAgent 反思，ChatAgent 处理补充问答。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第二个核心功能是课程知识问答。系统会把 language-pack 课程内容包加工成可检索的课件页面、知识点和教学单元，再通过 RAG 检索生成带引用的回答。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第三个功能是错题与学情。学生侧可以看到错误根因、AI 反思和专项复习入口；教师侧可以看到薄弱知识点、风险学生和班级学习趋势。</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技术上，前端使用 Vue 3、Vite 和 CodeMirror 承载语言学习与代码编辑体验；后端使用 Spring Boot 和 Java 21；数据层使用 PostgreSQL、pgvector 和 Redis；判题与 AI 分别由 Judge Server 和 LLM/Embedding 支撑。</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这些技术不是为了堆栈而堆栈，而是和功能一一对应。Judge 支撑真实代码执行，Agent 工作流支撑过程导学，RAG 支撑课程问答，submission 和 mastery 数据支撑错题与教师学情闭环。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总结来说，Alethicode 面向的是非科班编程语言初学者，它把提交代码得到结果升级为可引导、可诊断、可复习、可分析的完整教学闭环。接下来进入 Demo：学生如何进入题目、提交代码、获得 AI 导学和错误诊断，再到课程知识问答与教师学情分析。</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ASE">
    <p:bg>
      <p:bgPr>
        <a:solidFill>
          <a:srgbClr val="F7FAFC"/>
        </a:solidFill>
      </p:bgPr>
    </p:bg>
    <p:spTree>
      <p:nvGrpSpPr>
        <p:cNvPr id="1" name=""/>
        <p:cNvGrpSpPr/>
        <p:nvPr/>
      </p:nvGrpSpPr>
      <p:grpSpPr>
        <a:xfrm>
          <a:off x="0" y="0"/>
          <a:ext cx="0" cy="0"/>
          <a:chOff x="0" y="0"/>
          <a:chExt cx="0" cy="0"/>
        </a:xfrm>
      </p:grpSpPr>
      <p:sp>
        <p:nvSpPr>
          <p:cNvPr id="2" name="Shape 0"/>
          <p:cNvSpPr/>
          <p:nvPr/>
        </p:nvSpPr>
        <p:spPr>
          <a:xfrm>
            <a:off x="438912" y="6510528"/>
            <a:ext cx="11292840" cy="0"/>
          </a:xfrm>
          <a:prstGeom prst="line">
            <a:avLst/>
          </a:prstGeom>
          <a:noFill/>
          <a:ln w="12700">
            <a:solidFill>
              <a:srgbClr val="DDE6EF"/>
            </a:solidFill>
            <a:prstDash val="solid"/>
          </a:ln>
        </p:spPr>
      </p:sp>
      <p:sp>
        <p:nvSpPr>
          <p:cNvPr id="3" name="Text 1"/>
          <p:cNvSpPr/>
          <p:nvPr/>
        </p:nvSpPr>
        <p:spPr>
          <a:xfrm>
            <a:off x="502920" y="6574536"/>
            <a:ext cx="5577840" cy="164592"/>
          </a:xfrm>
          <a:prstGeom prst="rect">
            <a:avLst/>
          </a:prstGeom>
          <a:noFill/>
          <a:ln/>
        </p:spPr>
        <p:txBody>
          <a:bodyPr wrap="square" lIns="0" tIns="0" rIns="0" bIns="0" rtlCol="0" anchor="ctr"/>
          <a:lstStyle/>
          <a:p>
            <a:pPr indent="0" marL="0">
              <a:buNone/>
            </a:pPr>
            <a:r>
              <a:rPr lang="en-US" sz="660" dirty="0">
                <a:solidFill>
                  <a:srgbClr val="6B7A90"/>
                </a:solidFill>
                <a:latin typeface="Microsoft YaHei" pitchFamily="34" charset="0"/>
                <a:ea typeface="Microsoft YaHei" pitchFamily="34" charset="-122"/>
                <a:cs typeface="Microsoft YaHei" pitchFamily="34" charset="-120"/>
              </a:rPr>
              <a:t>Alethicode | 非科班编程语言初学者智能教育平台</a:t>
            </a:r>
            <a:endParaRPr lang="en-US" sz="660" dirty="0"/>
          </a:p>
        </p:txBody>
      </p:sp>
      <p:sp>
        <p:nvSpPr>
          <p:cNvPr id="25" name="Slide Number Placeholder 0"/>
          <p:cNvSpPr>
            <a:spLocks noGrp="1"/>
          </p:cNvSpPr>
          <p:nvPr>
            <p:ph type="sldNum" sz="quarter" idx="4294967295"/>
          </p:nvPr>
        </p:nvSpPr>
        <p:spPr>
          <a:xfrm>
            <a:off x="11475720" y="6556248"/>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6B7A90"/>
                </a:solidFill>
                <a:latin typeface="Microsoft YaHei"/>
                <a:ea typeface="Microsoft YaHei"/>
                <a:cs typeface="Microsoft YaHei"/>
              </a:defRPr>
            </a:lvl1pPr>
          </a:lstStyle>
          <a:p>
            <a:pPr algn="l"/>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475720" y="6556248"/>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6B7A90"/>
                </a:solidFill>
                <a:latin typeface="Microsoft YaHei"/>
                <a:ea typeface="Microsoft YaHei"/>
                <a:cs typeface="Microsoft YaHei"/>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AFC"/>
        </a:solidFill>
      </p:bgPr>
    </p:bg>
    <p:spTree>
      <p:nvGrpSpPr>
        <p:cNvPr id="1" name=""/>
        <p:cNvGrpSpPr/>
        <p:nvPr/>
      </p:nvGrpSpPr>
      <p:grpSpPr>
        <a:xfrm>
          <a:off x="0" y="0"/>
          <a:ext cx="0" cy="0"/>
          <a:chOff x="0" y="0"/>
          <a:chExt cx="0" cy="0"/>
        </a:xfrm>
      </p:grpSpPr>
      <p:sp>
        <p:nvSpPr>
          <p:cNvPr id="2" name="Shape 0"/>
          <p:cNvSpPr/>
          <p:nvPr/>
        </p:nvSpPr>
        <p:spPr>
          <a:xfrm rot="1200000">
            <a:off x="6583680" y="-1005840"/>
            <a:ext cx="6217920" cy="6217920"/>
          </a:xfrm>
          <a:prstGeom prst="arc">
            <a:avLst/>
          </a:prstGeom>
          <a:noFill/>
          <a:ln w="254000">
            <a:solidFill>
              <a:srgbClr val="D6F3F6">
                <a:alpha val="80000"/>
              </a:srgbClr>
            </a:solidFill>
            <a:prstDash val="solid"/>
          </a:ln>
        </p:spPr>
      </p:sp>
      <p:sp>
        <p:nvSpPr>
          <p:cNvPr id="3" name="Shape 1"/>
          <p:cNvSpPr/>
          <p:nvPr/>
        </p:nvSpPr>
        <p:spPr>
          <a:xfrm rot="1200000">
            <a:off x="7452360" y="384048"/>
            <a:ext cx="4709160" cy="4709160"/>
          </a:xfrm>
          <a:prstGeom prst="arc">
            <a:avLst/>
          </a:prstGeom>
          <a:noFill/>
          <a:ln w="203200">
            <a:solidFill>
              <a:srgbClr val="F9CFE1">
                <a:alpha val="75000"/>
              </a:srgbClr>
            </a:solidFill>
            <a:prstDash val="solid"/>
          </a:ln>
        </p:spPr>
      </p:sp>
      <p:sp>
        <p:nvSpPr>
          <p:cNvPr id="4" name="Shape 2"/>
          <p:cNvSpPr/>
          <p:nvPr/>
        </p:nvSpPr>
        <p:spPr>
          <a:xfrm>
            <a:off x="658368" y="658368"/>
            <a:ext cx="1335024" cy="310896"/>
          </a:xfrm>
          <a:prstGeom prst="roundRect">
            <a:avLst>
              <a:gd name="adj" fmla="val 14706"/>
            </a:avLst>
          </a:prstGeom>
          <a:solidFill>
            <a:srgbClr val="0F9BA8"/>
          </a:solidFill>
          <a:ln w="12700">
            <a:solidFill>
              <a:srgbClr val="0F9BA8"/>
            </a:solidFill>
            <a:prstDash val="solid"/>
          </a:ln>
        </p:spPr>
      </p:sp>
      <p:sp>
        <p:nvSpPr>
          <p:cNvPr id="5" name="Text 3"/>
          <p:cNvSpPr/>
          <p:nvPr/>
        </p:nvSpPr>
        <p:spPr>
          <a:xfrm>
            <a:off x="658368" y="758952"/>
            <a:ext cx="1335024" cy="73152"/>
          </a:xfrm>
          <a:prstGeom prst="rect">
            <a:avLst/>
          </a:prstGeom>
          <a:noFill/>
          <a:ln/>
        </p:spPr>
        <p:txBody>
          <a:bodyPr wrap="square" lIns="0" tIns="0" rIns="0" bIns="0" rtlCol="0" anchor="ctr">
            <a:normAutofit/>
          </a:bodyPr>
          <a:lstStyle/>
          <a:p>
            <a:pPr algn="ctr" indent="0" marL="0">
              <a:buNone/>
            </a:pPr>
            <a:r>
              <a:rPr lang="en-US" sz="720" b="1" dirty="0">
                <a:solidFill>
                  <a:srgbClr val="FFFFFF"/>
                </a:solidFill>
                <a:latin typeface="Microsoft YaHei" pitchFamily="34" charset="0"/>
                <a:ea typeface="Microsoft YaHei" pitchFamily="34" charset="-122"/>
                <a:cs typeface="Microsoft YaHei" pitchFamily="34" charset="-120"/>
              </a:rPr>
              <a:t>PROJECT INTRO</a:t>
            </a:r>
            <a:endParaRPr lang="en-US" sz="720" dirty="0"/>
          </a:p>
        </p:txBody>
      </p:sp>
      <p:sp>
        <p:nvSpPr>
          <p:cNvPr id="6" name="Text 4"/>
          <p:cNvSpPr/>
          <p:nvPr/>
        </p:nvSpPr>
        <p:spPr>
          <a:xfrm>
            <a:off x="658368" y="1325880"/>
            <a:ext cx="5212080" cy="658368"/>
          </a:xfrm>
          <a:prstGeom prst="rect">
            <a:avLst/>
          </a:prstGeom>
          <a:noFill/>
          <a:ln/>
        </p:spPr>
        <p:txBody>
          <a:bodyPr wrap="square" lIns="0" tIns="0" rIns="0" bIns="0" rtlCol="0" anchor="ctr"/>
          <a:lstStyle/>
          <a:p>
            <a:pPr indent="0" marL="0">
              <a:buNone/>
            </a:pPr>
            <a:r>
              <a:rPr lang="en-US" sz="3800" b="1" dirty="0">
                <a:solidFill>
                  <a:srgbClr val="172033"/>
                </a:solidFill>
                <a:latin typeface="Microsoft YaHei" pitchFamily="34" charset="0"/>
                <a:ea typeface="Microsoft YaHei" pitchFamily="34" charset="-122"/>
                <a:cs typeface="Microsoft YaHei" pitchFamily="34" charset="-120"/>
              </a:rPr>
              <a:t>Alethicode</a:t>
            </a:r>
            <a:endParaRPr lang="en-US" sz="3800" dirty="0"/>
          </a:p>
        </p:txBody>
      </p:sp>
      <p:sp>
        <p:nvSpPr>
          <p:cNvPr id="7" name="Text 5"/>
          <p:cNvSpPr/>
          <p:nvPr/>
        </p:nvSpPr>
        <p:spPr>
          <a:xfrm>
            <a:off x="694944" y="2212848"/>
            <a:ext cx="5212080" cy="914400"/>
          </a:xfrm>
          <a:prstGeom prst="rect">
            <a:avLst/>
          </a:prstGeom>
          <a:noFill/>
          <a:ln/>
        </p:spPr>
        <p:txBody>
          <a:bodyPr wrap="square" lIns="0" tIns="0" rIns="0" bIns="0" rtlCol="0" anchor="ctr">
            <a:normAutofit/>
          </a:bodyPr>
          <a:lstStyle/>
          <a:p>
            <a:pPr indent="0" marL="0">
              <a:buNone/>
            </a:pPr>
            <a:r>
              <a:rPr lang="en-US" sz="1800" b="1" dirty="0">
                <a:solidFill>
                  <a:srgbClr val="1F2A44"/>
                </a:solidFill>
                <a:latin typeface="Microsoft YaHei" pitchFamily="34" charset="0"/>
                <a:ea typeface="Microsoft YaHei" pitchFamily="34" charset="-122"/>
                <a:cs typeface="Microsoft YaHei" pitchFamily="34" charset="-120"/>
              </a:rPr>
              <a:t>面向非科班编程语言初学者的</a:t>
            </a:r>
            <a:endParaRPr lang="en-US" sz="1800" dirty="0"/>
          </a:p>
          <a:p>
            <a:pPr indent="0" marL="0">
              <a:buNone/>
            </a:pPr>
            <a:r>
              <a:rPr lang="en-US" sz="1800" b="1" dirty="0">
                <a:solidFill>
                  <a:srgbClr val="1F2A44"/>
                </a:solidFill>
                <a:latin typeface="Microsoft YaHei" pitchFamily="34" charset="0"/>
                <a:ea typeface="Microsoft YaHei" pitchFamily="34" charset="-122"/>
                <a:cs typeface="Microsoft YaHei" pitchFamily="34" charset="-120"/>
              </a:rPr>
              <a:t>LLM 驱动智能教育平台</a:t>
            </a:r>
            <a:endParaRPr lang="en-US" sz="1800" dirty="0"/>
          </a:p>
        </p:txBody>
      </p:sp>
      <p:sp>
        <p:nvSpPr>
          <p:cNvPr id="8" name="Text 6"/>
          <p:cNvSpPr/>
          <p:nvPr/>
        </p:nvSpPr>
        <p:spPr>
          <a:xfrm>
            <a:off x="713232" y="3474720"/>
            <a:ext cx="4800600" cy="457200"/>
          </a:xfrm>
          <a:prstGeom prst="rect">
            <a:avLst/>
          </a:prstGeom>
          <a:noFill/>
          <a:ln/>
        </p:spPr>
        <p:txBody>
          <a:bodyPr wrap="square" lIns="0" tIns="0" rIns="0" bIns="0" rtlCol="0" anchor="ctr">
            <a:normAutofit/>
          </a:bodyPr>
          <a:lstStyle/>
          <a:p>
            <a:pPr indent="0" marL="0">
              <a:buNone/>
            </a:pPr>
            <a:r>
              <a:rPr lang="en-US" sz="1100" dirty="0">
                <a:solidFill>
                  <a:srgbClr val="62718A"/>
                </a:solidFill>
                <a:latin typeface="Microsoft YaHei" pitchFamily="34" charset="0"/>
                <a:ea typeface="Microsoft YaHei" pitchFamily="34" charset="-122"/>
                <a:cs typeface="Microsoft YaHei" pitchFamily="34" charset="-120"/>
              </a:rPr>
              <a:t>当前以 Python 教学为主要落地场景，构建“学→练→诊→复→析”的教育闭环。</a:t>
            </a:r>
            <a:endParaRPr lang="en-US" sz="1100" dirty="0"/>
          </a:p>
        </p:txBody>
      </p:sp>
      <p:sp>
        <p:nvSpPr>
          <p:cNvPr id="9" name="Shape 7"/>
          <p:cNvSpPr/>
          <p:nvPr/>
        </p:nvSpPr>
        <p:spPr>
          <a:xfrm>
            <a:off x="6510528" y="1097280"/>
            <a:ext cx="4617720" cy="3822192"/>
          </a:xfrm>
          <a:prstGeom prst="roundRect">
            <a:avLst>
              <a:gd name="adj" fmla="val 1914"/>
            </a:avLst>
          </a:prstGeom>
          <a:solidFill>
            <a:srgbClr val="FFFFFF"/>
          </a:solidFill>
          <a:ln w="8890">
            <a:solidFill>
              <a:srgbClr val="CBD5E1"/>
            </a:solidFill>
            <a:prstDash val="solid"/>
          </a:ln>
          <a:effectLst>
            <a:outerShdw sx="100000" sy="100000" kx="0" ky="0" algn="bl" rotWithShape="0" blurRad="12700" dist="50800" dir="2700000">
              <a:srgbClr val="CBD5E1">
                <a:alpha val="13000"/>
              </a:srgbClr>
            </a:outerShdw>
          </a:effectLst>
        </p:spPr>
      </p:sp>
      <p:sp>
        <p:nvSpPr>
          <p:cNvPr id="10" name="Shape 8"/>
          <p:cNvSpPr/>
          <p:nvPr/>
        </p:nvSpPr>
        <p:spPr>
          <a:xfrm>
            <a:off x="6510528" y="1097280"/>
            <a:ext cx="4617720" cy="310896"/>
          </a:xfrm>
          <a:prstGeom prst="rect">
            <a:avLst/>
          </a:prstGeom>
          <a:solidFill>
            <a:srgbClr val="F1F5F9"/>
          </a:solidFill>
          <a:ln w="5080">
            <a:solidFill>
              <a:srgbClr val="CBD5E1"/>
            </a:solidFill>
            <a:prstDash val="solid"/>
          </a:ln>
        </p:spPr>
      </p:sp>
      <p:sp>
        <p:nvSpPr>
          <p:cNvPr id="11" name="Shape 9"/>
          <p:cNvSpPr/>
          <p:nvPr/>
        </p:nvSpPr>
        <p:spPr>
          <a:xfrm>
            <a:off x="6656832" y="1202436"/>
            <a:ext cx="64008" cy="64008"/>
          </a:xfrm>
          <a:prstGeom prst="ellipse">
            <a:avLst/>
          </a:prstGeom>
          <a:solidFill>
            <a:srgbClr val="EF476F"/>
          </a:solidFill>
          <a:ln w="12700">
            <a:solidFill>
              <a:srgbClr val="EF476F"/>
            </a:solidFill>
            <a:prstDash val="solid"/>
          </a:ln>
        </p:spPr>
      </p:sp>
      <p:sp>
        <p:nvSpPr>
          <p:cNvPr id="12" name="Shape 10"/>
          <p:cNvSpPr/>
          <p:nvPr/>
        </p:nvSpPr>
        <p:spPr>
          <a:xfrm>
            <a:off x="6839712" y="1202436"/>
            <a:ext cx="64008" cy="64008"/>
          </a:xfrm>
          <a:prstGeom prst="ellipse">
            <a:avLst/>
          </a:prstGeom>
          <a:solidFill>
            <a:srgbClr val="FFD166"/>
          </a:solidFill>
          <a:ln w="12700">
            <a:solidFill>
              <a:srgbClr val="FFD166"/>
            </a:solidFill>
            <a:prstDash val="solid"/>
          </a:ln>
        </p:spPr>
      </p:sp>
      <p:sp>
        <p:nvSpPr>
          <p:cNvPr id="13" name="Shape 11"/>
          <p:cNvSpPr/>
          <p:nvPr/>
        </p:nvSpPr>
        <p:spPr>
          <a:xfrm>
            <a:off x="7022592" y="1202436"/>
            <a:ext cx="64008" cy="64008"/>
          </a:xfrm>
          <a:prstGeom prst="ellipse">
            <a:avLst/>
          </a:prstGeom>
          <a:solidFill>
            <a:srgbClr val="06D6A0"/>
          </a:solidFill>
          <a:ln w="12700">
            <a:solidFill>
              <a:srgbClr val="06D6A0"/>
            </a:solidFill>
            <a:prstDash val="solid"/>
          </a:ln>
        </p:spPr>
      </p:sp>
      <p:sp>
        <p:nvSpPr>
          <p:cNvPr id="14" name="Shape 12"/>
          <p:cNvSpPr/>
          <p:nvPr/>
        </p:nvSpPr>
        <p:spPr>
          <a:xfrm>
            <a:off x="6766560" y="1755648"/>
            <a:ext cx="4105656" cy="2834640"/>
          </a:xfrm>
          <a:prstGeom prst="rect">
            <a:avLst/>
          </a:prstGeom>
          <a:solidFill>
            <a:srgbClr val="F8FAFC"/>
          </a:solidFill>
          <a:ln w="12700">
            <a:solidFill>
              <a:srgbClr val="E2E8F0"/>
            </a:solidFill>
            <a:prstDash val="solid"/>
          </a:ln>
        </p:spPr>
      </p:sp>
      <p:sp>
        <p:nvSpPr>
          <p:cNvPr id="15" name="Text 13"/>
          <p:cNvSpPr/>
          <p:nvPr/>
        </p:nvSpPr>
        <p:spPr>
          <a:xfrm>
            <a:off x="6949440" y="2057400"/>
            <a:ext cx="3739896" cy="237744"/>
          </a:xfrm>
          <a:prstGeom prst="rect">
            <a:avLst/>
          </a:prstGeom>
          <a:noFill/>
          <a:ln/>
        </p:spPr>
        <p:txBody>
          <a:bodyPr wrap="square" lIns="0" tIns="0" rIns="0" bIns="0" rtlCol="0" anchor="ctr">
            <a:normAutofit/>
          </a:bodyPr>
          <a:lstStyle/>
          <a:p>
            <a:pPr algn="ctr" indent="0" marL="0">
              <a:buNone/>
            </a:pPr>
            <a:r>
              <a:rPr lang="en-US" sz="1400" b="1" dirty="0">
                <a:solidFill>
                  <a:srgbClr val="0F9BA8"/>
                </a:solidFill>
                <a:latin typeface="Microsoft YaHei" pitchFamily="34" charset="0"/>
                <a:ea typeface="Microsoft YaHei" pitchFamily="34" charset="-122"/>
                <a:cs typeface="Microsoft YaHei" pitchFamily="34" charset="-120"/>
              </a:rPr>
              <a:t>图示位置</a:t>
            </a:r>
            <a:endParaRPr lang="en-US" sz="1400" dirty="0"/>
          </a:p>
        </p:txBody>
      </p:sp>
      <p:sp>
        <p:nvSpPr>
          <p:cNvPr id="16" name="Text 14"/>
          <p:cNvSpPr/>
          <p:nvPr/>
        </p:nvSpPr>
        <p:spPr>
          <a:xfrm>
            <a:off x="6986016" y="2487168"/>
            <a:ext cx="3666744" cy="411480"/>
          </a:xfrm>
          <a:prstGeom prst="rect">
            <a:avLst/>
          </a:prstGeom>
          <a:noFill/>
          <a:ln/>
        </p:spPr>
        <p:txBody>
          <a:bodyPr wrap="square" lIns="0" tIns="0" rIns="0" bIns="0" rtlCol="0" anchor="ctr">
            <a:normAutofit/>
          </a:bodyPr>
          <a:lstStyle/>
          <a:p>
            <a:pPr algn="ctr" indent="0" marL="0">
              <a:buNone/>
            </a:pPr>
            <a:r>
              <a:rPr lang="en-US" sz="1200" b="1" dirty="0">
                <a:solidFill>
                  <a:srgbClr val="172033"/>
                </a:solidFill>
                <a:latin typeface="Microsoft YaHei" pitchFamily="34" charset="0"/>
                <a:ea typeface="Microsoft YaHei" pitchFamily="34" charset="-122"/>
                <a:cs typeface="Microsoft YaHei" pitchFamily="34" charset="-120"/>
              </a:rPr>
              <a:t>在线学习平台主视觉</a:t>
            </a:r>
            <a:endParaRPr lang="en-US" sz="1200" dirty="0"/>
          </a:p>
        </p:txBody>
      </p:sp>
      <p:sp>
        <p:nvSpPr>
          <p:cNvPr id="17" name="Text 15"/>
          <p:cNvSpPr/>
          <p:nvPr/>
        </p:nvSpPr>
        <p:spPr>
          <a:xfrm>
            <a:off x="7077456" y="3127248"/>
            <a:ext cx="3483864" cy="320040"/>
          </a:xfrm>
          <a:prstGeom prst="rect">
            <a:avLst/>
          </a:prstGeom>
          <a:noFill/>
          <a:ln/>
        </p:spPr>
        <p:txBody>
          <a:bodyPr wrap="square" lIns="0" tIns="0" rIns="0" bIns="0" rtlCol="0" anchor="ctr">
            <a:normAutofit/>
          </a:bodyPr>
          <a:lstStyle/>
          <a:p>
            <a:pPr algn="ctr" indent="0" marL="0">
              <a:buNone/>
            </a:pPr>
            <a:r>
              <a:rPr lang="en-US" sz="820" dirty="0">
                <a:solidFill>
                  <a:srgbClr val="62718A"/>
                </a:solidFill>
                <a:latin typeface="Microsoft YaHei" pitchFamily="34" charset="0"/>
                <a:ea typeface="Microsoft YaHei" pitchFamily="34" charset="-122"/>
                <a:cs typeface="Microsoft YaHei" pitchFamily="34" charset="-120"/>
              </a:rPr>
              <a:t>建议放电脑窗口 / 学生编程 / AI 导学相关插画</a:t>
            </a:r>
            <a:endParaRPr lang="en-US" sz="820" dirty="0"/>
          </a:p>
        </p:txBody>
      </p:sp>
      <p:sp>
        <p:nvSpPr>
          <p:cNvPr id="18" name="Text 16"/>
          <p:cNvSpPr/>
          <p:nvPr/>
        </p:nvSpPr>
        <p:spPr>
          <a:xfrm>
            <a:off x="749808" y="5623560"/>
            <a:ext cx="3291840" cy="164592"/>
          </a:xfrm>
          <a:prstGeom prst="rect">
            <a:avLst/>
          </a:prstGeom>
          <a:noFill/>
          <a:ln/>
        </p:spPr>
        <p:txBody>
          <a:bodyPr wrap="square" lIns="0" tIns="0" rIns="0" bIns="0" rtlCol="0" anchor="ctr"/>
          <a:lstStyle/>
          <a:p>
            <a:pPr indent="0" marL="0">
              <a:buNone/>
            </a:pPr>
            <a:r>
              <a:rPr lang="en-US" sz="900" dirty="0">
                <a:solidFill>
                  <a:srgbClr val="62718A"/>
                </a:solidFill>
                <a:latin typeface="Microsoft YaHei" pitchFamily="34" charset="0"/>
                <a:ea typeface="Microsoft YaHei" pitchFamily="34" charset="-122"/>
                <a:cs typeface="Microsoft YaHei" pitchFamily="34" charset="-120"/>
              </a:rPr>
              <a:t>团队 / 学校 / 2026.04</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AFC"/>
        </a:solidFill>
      </p:bgPr>
    </p:bg>
    <p:spTree>
      <p:nvGrpSpPr>
        <p:cNvPr id="1" name=""/>
        <p:cNvGrpSpPr/>
        <p:nvPr/>
      </p:nvGrpSpPr>
      <p:grpSpPr>
        <a:xfrm>
          <a:off x="0" y="0"/>
          <a:ext cx="0" cy="0"/>
          <a:chOff x="0" y="0"/>
          <a:chExt cx="0" cy="0"/>
        </a:xfrm>
      </p:grpSpPr>
      <p:sp>
        <p:nvSpPr>
          <p:cNvPr id="2" name="Text 0"/>
          <p:cNvSpPr/>
          <p:nvPr/>
        </p:nvSpPr>
        <p:spPr>
          <a:xfrm>
            <a:off x="566928" y="338328"/>
            <a:ext cx="2926080" cy="182880"/>
          </a:xfrm>
          <a:prstGeom prst="rect">
            <a:avLst/>
          </a:prstGeom>
          <a:noFill/>
          <a:ln/>
        </p:spPr>
        <p:txBody>
          <a:bodyPr wrap="square" lIns="0" tIns="0" rIns="0" bIns="0" rtlCol="0" anchor="ctr"/>
          <a:lstStyle/>
          <a:p>
            <a:pPr indent="0" marL="0">
              <a:buNone/>
            </a:pPr>
            <a:r>
              <a:rPr lang="en-US" sz="800" b="1" dirty="0">
                <a:solidFill>
                  <a:srgbClr val="0F9BA8"/>
                </a:solidFill>
                <a:latin typeface="Microsoft YaHei" pitchFamily="34" charset="0"/>
                <a:ea typeface="Microsoft YaHei" pitchFamily="34" charset="-122"/>
                <a:cs typeface="Microsoft YaHei" pitchFamily="34" charset="-120"/>
              </a:rPr>
              <a:t>BACKGROUND</a:t>
            </a:r>
            <a:endParaRPr lang="en-US" sz="800" dirty="0"/>
          </a:p>
        </p:txBody>
      </p:sp>
      <p:sp>
        <p:nvSpPr>
          <p:cNvPr id="3" name="Text 1"/>
          <p:cNvSpPr/>
          <p:nvPr/>
        </p:nvSpPr>
        <p:spPr>
          <a:xfrm>
            <a:off x="566928" y="566928"/>
            <a:ext cx="8229600" cy="438912"/>
          </a:xfrm>
          <a:prstGeom prst="rect">
            <a:avLst/>
          </a:prstGeom>
          <a:noFill/>
          <a:ln/>
        </p:spPr>
        <p:txBody>
          <a:bodyPr wrap="square" lIns="0" tIns="0" rIns="0" bIns="0" rtlCol="0" anchor="ctr">
            <a:normAutofit/>
          </a:bodyPr>
          <a:lstStyle/>
          <a:p>
            <a:pPr indent="0" marL="0">
              <a:buNone/>
            </a:pPr>
            <a:r>
              <a:rPr lang="en-US" sz="2300" b="1" dirty="0">
                <a:solidFill>
                  <a:srgbClr val="172033"/>
                </a:solidFill>
                <a:latin typeface="Microsoft YaHei" pitchFamily="34" charset="0"/>
                <a:ea typeface="Microsoft YaHei" pitchFamily="34" charset="-122"/>
                <a:cs typeface="Microsoft YaHei" pitchFamily="34" charset="-120"/>
              </a:rPr>
              <a:t>为什么要做</a:t>
            </a:r>
            <a:endParaRPr lang="en-US" sz="2300" dirty="0"/>
          </a:p>
        </p:txBody>
      </p:sp>
      <p:sp>
        <p:nvSpPr>
          <p:cNvPr id="4" name="Text 2"/>
          <p:cNvSpPr/>
          <p:nvPr/>
        </p:nvSpPr>
        <p:spPr>
          <a:xfrm>
            <a:off x="658368" y="1417320"/>
            <a:ext cx="4434840" cy="868680"/>
          </a:xfrm>
          <a:prstGeom prst="rect">
            <a:avLst/>
          </a:prstGeom>
          <a:noFill/>
          <a:ln/>
        </p:spPr>
        <p:txBody>
          <a:bodyPr wrap="square" lIns="0" tIns="0" rIns="0" bIns="0" rtlCol="0" anchor="ctr">
            <a:normAutofit/>
          </a:bodyPr>
          <a:lstStyle/>
          <a:p>
            <a:pPr indent="0" marL="0">
              <a:buNone/>
            </a:pPr>
            <a:r>
              <a:rPr lang="en-US" sz="1800" b="1" dirty="0">
                <a:solidFill>
                  <a:srgbClr val="172033"/>
                </a:solidFill>
                <a:latin typeface="Microsoft YaHei" pitchFamily="34" charset="0"/>
                <a:ea typeface="Microsoft YaHei" pitchFamily="34" charset="-122"/>
                <a:cs typeface="Microsoft YaHei" pitchFamily="34" charset="-120"/>
              </a:rPr>
              <a:t>AI 正在进入真实教学过程，编程语言学习也需要从“结果评价”走向“过程指导”。</a:t>
            </a:r>
            <a:endParaRPr lang="en-US" sz="1800" dirty="0"/>
          </a:p>
        </p:txBody>
      </p:sp>
      <p:sp>
        <p:nvSpPr>
          <p:cNvPr id="5" name="Text 3"/>
          <p:cNvSpPr/>
          <p:nvPr/>
        </p:nvSpPr>
        <p:spPr>
          <a:xfrm>
            <a:off x="713232" y="2788920"/>
            <a:ext cx="4206240" cy="1280160"/>
          </a:xfrm>
          <a:prstGeom prst="rect">
            <a:avLst/>
          </a:prstGeom>
          <a:noFill/>
          <a:ln/>
        </p:spPr>
        <p:txBody>
          <a:bodyPr wrap="square" lIns="381" tIns="381" rIns="381" bIns="381" rtlCol="0" anchor="t">
            <a:normAutofit/>
          </a:bodyPr>
          <a:lstStyle/>
          <a:p>
            <a:r>
              <a:rPr lang="en-US" sz="1200" dirty="0">
                <a:solidFill>
                  <a:srgbClr val="172033"/>
                </a:solidFill>
                <a:latin typeface="Microsoft YaHei" pitchFamily="34" charset="0"/>
                <a:ea typeface="Microsoft YaHei" pitchFamily="34" charset="-122"/>
                <a:cs typeface="Microsoft YaHei" pitchFamily="34" charset="-120"/>
              </a:rPr>
              <a:t>教育强国建设强调教育优先发展</a:t>
            </a:r>
            <a:endParaRPr lang="en-US" sz="1200" dirty="0"/>
          </a:p>
          <a:p>
            <a:r>
              <a:rPr lang="en-US" sz="1200" dirty="0">
                <a:solidFill>
                  <a:srgbClr val="172033"/>
                </a:solidFill>
                <a:latin typeface="Microsoft YaHei" pitchFamily="34" charset="0"/>
                <a:ea typeface="Microsoft YaHei" pitchFamily="34" charset="-122"/>
                <a:cs typeface="Microsoft YaHei" pitchFamily="34" charset="-120"/>
              </a:rPr>
              <a:t>教育数字化推动教学方式转型</a:t>
            </a:r>
            <a:endParaRPr lang="en-US" sz="1200" dirty="0"/>
          </a:p>
          <a:p>
            <a:r>
              <a:rPr lang="en-US" sz="1200" dirty="0">
                <a:solidFill>
                  <a:srgbClr val="172033"/>
                </a:solidFill>
                <a:latin typeface="Microsoft YaHei" pitchFamily="34" charset="0"/>
                <a:ea typeface="Microsoft YaHei" pitchFamily="34" charset="-122"/>
                <a:cs typeface="Microsoft YaHei" pitchFamily="34" charset="-120"/>
              </a:rPr>
              <a:t>AI 能把过程性反馈带入日常学习</a:t>
            </a:r>
            <a:endParaRPr lang="en-US" sz="1200" dirty="0"/>
          </a:p>
        </p:txBody>
      </p:sp>
      <p:sp>
        <p:nvSpPr>
          <p:cNvPr id="6" name="Shape 4"/>
          <p:cNvSpPr/>
          <p:nvPr/>
        </p:nvSpPr>
        <p:spPr>
          <a:xfrm>
            <a:off x="5532120" y="1627632"/>
            <a:ext cx="1371600" cy="1371600"/>
          </a:xfrm>
          <a:prstGeom prst="ellipse">
            <a:avLst/>
          </a:prstGeom>
          <a:solidFill>
            <a:srgbClr val="0F9BA8"/>
          </a:solidFill>
          <a:ln w="12700">
            <a:solidFill>
              <a:srgbClr val="0F9BA8"/>
            </a:solidFill>
            <a:prstDash val="solid"/>
          </a:ln>
        </p:spPr>
      </p:sp>
      <p:sp>
        <p:nvSpPr>
          <p:cNvPr id="7" name="Text 5"/>
          <p:cNvSpPr/>
          <p:nvPr/>
        </p:nvSpPr>
        <p:spPr>
          <a:xfrm>
            <a:off x="5532120" y="2011680"/>
            <a:ext cx="1371600" cy="182880"/>
          </a:xfrm>
          <a:prstGeom prst="rect">
            <a:avLst/>
          </a:prstGeom>
          <a:noFill/>
          <a:ln/>
        </p:spPr>
        <p:txBody>
          <a:bodyPr wrap="square" lIns="0" tIns="0" rIns="0" bIns="0" rtlCol="0" anchor="ctr"/>
          <a:lstStyle/>
          <a:p>
            <a:pPr algn="ctr" indent="0" marL="0">
              <a:buNone/>
            </a:pPr>
            <a:r>
              <a:rPr lang="en-US" sz="1800" b="1" dirty="0">
                <a:solidFill>
                  <a:srgbClr val="FFFFFF"/>
                </a:solidFill>
                <a:latin typeface="Microsoft YaHei" pitchFamily="34" charset="0"/>
                <a:ea typeface="Microsoft YaHei" pitchFamily="34" charset="-122"/>
                <a:cs typeface="Microsoft YaHei" pitchFamily="34" charset="-120"/>
              </a:rPr>
              <a:t>1</a:t>
            </a:r>
            <a:endParaRPr lang="en-US" sz="1800" dirty="0"/>
          </a:p>
        </p:txBody>
      </p:sp>
      <p:sp>
        <p:nvSpPr>
          <p:cNvPr id="8" name="Text 6"/>
          <p:cNvSpPr/>
          <p:nvPr/>
        </p:nvSpPr>
        <p:spPr>
          <a:xfrm>
            <a:off x="5303520" y="3310128"/>
            <a:ext cx="1828800" cy="182880"/>
          </a:xfrm>
          <a:prstGeom prst="rect">
            <a:avLst/>
          </a:prstGeom>
          <a:noFill/>
          <a:ln/>
        </p:spPr>
        <p:txBody>
          <a:bodyPr wrap="square" lIns="0" tIns="0" rIns="0" bIns="0" rtlCol="0" anchor="ctr"/>
          <a:lstStyle/>
          <a:p>
            <a:pPr algn="ctr" indent="0" marL="0">
              <a:buNone/>
            </a:pPr>
            <a:r>
              <a:rPr lang="en-US" sz="1350" b="1" dirty="0">
                <a:solidFill>
                  <a:srgbClr val="172033"/>
                </a:solidFill>
                <a:latin typeface="Microsoft YaHei" pitchFamily="34" charset="0"/>
                <a:ea typeface="Microsoft YaHei" pitchFamily="34" charset="-122"/>
                <a:cs typeface="Microsoft YaHei" pitchFamily="34" charset="-120"/>
              </a:rPr>
              <a:t>教育强国</a:t>
            </a:r>
            <a:endParaRPr lang="en-US" sz="1350" dirty="0"/>
          </a:p>
        </p:txBody>
      </p:sp>
      <p:sp>
        <p:nvSpPr>
          <p:cNvPr id="9" name="Text 7"/>
          <p:cNvSpPr/>
          <p:nvPr/>
        </p:nvSpPr>
        <p:spPr>
          <a:xfrm>
            <a:off x="5303520" y="3730752"/>
            <a:ext cx="1828800" cy="146304"/>
          </a:xfrm>
          <a:prstGeom prst="rect">
            <a:avLst/>
          </a:prstGeom>
          <a:noFill/>
          <a:ln/>
        </p:spPr>
        <p:txBody>
          <a:bodyPr wrap="square" lIns="0" tIns="0" rIns="0" bIns="0" rtlCol="0" anchor="ctr"/>
          <a:lstStyle/>
          <a:p>
            <a:pPr algn="ctr" indent="0" marL="0">
              <a:buNone/>
            </a:pPr>
            <a:r>
              <a:rPr lang="en-US" sz="880" dirty="0">
                <a:solidFill>
                  <a:srgbClr val="62718A"/>
                </a:solidFill>
                <a:latin typeface="Microsoft YaHei" pitchFamily="34" charset="0"/>
                <a:ea typeface="Microsoft YaHei" pitchFamily="34" charset="-122"/>
                <a:cs typeface="Microsoft YaHei" pitchFamily="34" charset="-120"/>
              </a:rPr>
              <a:t>长期基础工程</a:t>
            </a:r>
            <a:endParaRPr lang="en-US" sz="880" dirty="0"/>
          </a:p>
        </p:txBody>
      </p:sp>
      <p:sp>
        <p:nvSpPr>
          <p:cNvPr id="10" name="Shape 8"/>
          <p:cNvSpPr/>
          <p:nvPr/>
        </p:nvSpPr>
        <p:spPr>
          <a:xfrm>
            <a:off x="7406640" y="1627632"/>
            <a:ext cx="1371600" cy="1371600"/>
          </a:xfrm>
          <a:prstGeom prst="ellipse">
            <a:avLst/>
          </a:prstGeom>
          <a:solidFill>
            <a:srgbClr val="2563EB"/>
          </a:solidFill>
          <a:ln w="12700">
            <a:solidFill>
              <a:srgbClr val="2563EB"/>
            </a:solidFill>
            <a:prstDash val="solid"/>
          </a:ln>
        </p:spPr>
      </p:sp>
      <p:sp>
        <p:nvSpPr>
          <p:cNvPr id="11" name="Text 9"/>
          <p:cNvSpPr/>
          <p:nvPr/>
        </p:nvSpPr>
        <p:spPr>
          <a:xfrm>
            <a:off x="7406640" y="2011680"/>
            <a:ext cx="1371600" cy="182880"/>
          </a:xfrm>
          <a:prstGeom prst="rect">
            <a:avLst/>
          </a:prstGeom>
          <a:noFill/>
          <a:ln/>
        </p:spPr>
        <p:txBody>
          <a:bodyPr wrap="square" lIns="0" tIns="0" rIns="0" bIns="0" rtlCol="0" anchor="ctr"/>
          <a:lstStyle/>
          <a:p>
            <a:pPr algn="ctr" indent="0" marL="0">
              <a:buNone/>
            </a:pPr>
            <a:r>
              <a:rPr lang="en-US" sz="1800" b="1" dirty="0">
                <a:solidFill>
                  <a:srgbClr val="FFFFFF"/>
                </a:solidFill>
                <a:latin typeface="Microsoft YaHei" pitchFamily="34" charset="0"/>
                <a:ea typeface="Microsoft YaHei" pitchFamily="34" charset="-122"/>
                <a:cs typeface="Microsoft YaHei" pitchFamily="34" charset="-120"/>
              </a:rPr>
              <a:t>2</a:t>
            </a:r>
            <a:endParaRPr lang="en-US" sz="1800" dirty="0"/>
          </a:p>
        </p:txBody>
      </p:sp>
      <p:sp>
        <p:nvSpPr>
          <p:cNvPr id="12" name="Text 10"/>
          <p:cNvSpPr/>
          <p:nvPr/>
        </p:nvSpPr>
        <p:spPr>
          <a:xfrm>
            <a:off x="7178040" y="3310128"/>
            <a:ext cx="1828800" cy="182880"/>
          </a:xfrm>
          <a:prstGeom prst="rect">
            <a:avLst/>
          </a:prstGeom>
          <a:noFill/>
          <a:ln/>
        </p:spPr>
        <p:txBody>
          <a:bodyPr wrap="square" lIns="0" tIns="0" rIns="0" bIns="0" rtlCol="0" anchor="ctr"/>
          <a:lstStyle/>
          <a:p>
            <a:pPr algn="ctr" indent="0" marL="0">
              <a:buNone/>
            </a:pPr>
            <a:r>
              <a:rPr lang="en-US" sz="1350" b="1" dirty="0">
                <a:solidFill>
                  <a:srgbClr val="172033"/>
                </a:solidFill>
                <a:latin typeface="Microsoft YaHei" pitchFamily="34" charset="0"/>
                <a:ea typeface="Microsoft YaHei" pitchFamily="34" charset="-122"/>
                <a:cs typeface="Microsoft YaHei" pitchFamily="34" charset="-120"/>
              </a:rPr>
              <a:t>教育数字化</a:t>
            </a:r>
            <a:endParaRPr lang="en-US" sz="1350" dirty="0"/>
          </a:p>
        </p:txBody>
      </p:sp>
      <p:sp>
        <p:nvSpPr>
          <p:cNvPr id="13" name="Text 11"/>
          <p:cNvSpPr/>
          <p:nvPr/>
        </p:nvSpPr>
        <p:spPr>
          <a:xfrm>
            <a:off x="7178040" y="3730752"/>
            <a:ext cx="1828800" cy="146304"/>
          </a:xfrm>
          <a:prstGeom prst="rect">
            <a:avLst/>
          </a:prstGeom>
          <a:noFill/>
          <a:ln/>
        </p:spPr>
        <p:txBody>
          <a:bodyPr wrap="square" lIns="0" tIns="0" rIns="0" bIns="0" rtlCol="0" anchor="ctr"/>
          <a:lstStyle/>
          <a:p>
            <a:pPr algn="ctr" indent="0" marL="0">
              <a:buNone/>
            </a:pPr>
            <a:r>
              <a:rPr lang="en-US" sz="880" dirty="0">
                <a:solidFill>
                  <a:srgbClr val="62718A"/>
                </a:solidFill>
                <a:latin typeface="Microsoft YaHei" pitchFamily="34" charset="0"/>
                <a:ea typeface="Microsoft YaHei" pitchFamily="34" charset="-122"/>
                <a:cs typeface="Microsoft YaHei" pitchFamily="34" charset="-120"/>
              </a:rPr>
              <a:t>教学方式转型</a:t>
            </a:r>
            <a:endParaRPr lang="en-US" sz="880" dirty="0"/>
          </a:p>
        </p:txBody>
      </p:sp>
      <p:sp>
        <p:nvSpPr>
          <p:cNvPr id="14" name="Shape 12"/>
          <p:cNvSpPr/>
          <p:nvPr/>
        </p:nvSpPr>
        <p:spPr>
          <a:xfrm>
            <a:off x="9281160" y="1627632"/>
            <a:ext cx="1371600" cy="1371600"/>
          </a:xfrm>
          <a:prstGeom prst="ellipse">
            <a:avLst/>
          </a:prstGeom>
          <a:solidFill>
            <a:srgbClr val="E6508A"/>
          </a:solidFill>
          <a:ln w="12700">
            <a:solidFill>
              <a:srgbClr val="E6508A"/>
            </a:solidFill>
            <a:prstDash val="solid"/>
          </a:ln>
        </p:spPr>
      </p:sp>
      <p:sp>
        <p:nvSpPr>
          <p:cNvPr id="15" name="Text 13"/>
          <p:cNvSpPr/>
          <p:nvPr/>
        </p:nvSpPr>
        <p:spPr>
          <a:xfrm>
            <a:off x="9281160" y="2011680"/>
            <a:ext cx="1371600" cy="182880"/>
          </a:xfrm>
          <a:prstGeom prst="rect">
            <a:avLst/>
          </a:prstGeom>
          <a:noFill/>
          <a:ln/>
        </p:spPr>
        <p:txBody>
          <a:bodyPr wrap="square" lIns="0" tIns="0" rIns="0" bIns="0" rtlCol="0" anchor="ctr"/>
          <a:lstStyle/>
          <a:p>
            <a:pPr algn="ctr" indent="0" marL="0">
              <a:buNone/>
            </a:pPr>
            <a:r>
              <a:rPr lang="en-US" sz="1800" b="1" dirty="0">
                <a:solidFill>
                  <a:srgbClr val="FFFFFF"/>
                </a:solidFill>
                <a:latin typeface="Microsoft YaHei" pitchFamily="34" charset="0"/>
                <a:ea typeface="Microsoft YaHei" pitchFamily="34" charset="-122"/>
                <a:cs typeface="Microsoft YaHei" pitchFamily="34" charset="-120"/>
              </a:rPr>
              <a:t>3</a:t>
            </a:r>
            <a:endParaRPr lang="en-US" sz="1800" dirty="0"/>
          </a:p>
        </p:txBody>
      </p:sp>
      <p:sp>
        <p:nvSpPr>
          <p:cNvPr id="16" name="Text 14"/>
          <p:cNvSpPr/>
          <p:nvPr/>
        </p:nvSpPr>
        <p:spPr>
          <a:xfrm>
            <a:off x="9052560" y="3310128"/>
            <a:ext cx="1828800" cy="182880"/>
          </a:xfrm>
          <a:prstGeom prst="rect">
            <a:avLst/>
          </a:prstGeom>
          <a:noFill/>
          <a:ln/>
        </p:spPr>
        <p:txBody>
          <a:bodyPr wrap="square" lIns="0" tIns="0" rIns="0" bIns="0" rtlCol="0" anchor="ctr"/>
          <a:lstStyle/>
          <a:p>
            <a:pPr algn="ctr" indent="0" marL="0">
              <a:buNone/>
            </a:pPr>
            <a:r>
              <a:rPr lang="en-US" sz="1350" b="1" dirty="0">
                <a:solidFill>
                  <a:srgbClr val="172033"/>
                </a:solidFill>
                <a:latin typeface="Microsoft YaHei" pitchFamily="34" charset="0"/>
                <a:ea typeface="Microsoft YaHei" pitchFamily="34" charset="-122"/>
                <a:cs typeface="Microsoft YaHei" pitchFamily="34" charset="-120"/>
              </a:rPr>
              <a:t>AI+教育</a:t>
            </a:r>
            <a:endParaRPr lang="en-US" sz="1350" dirty="0"/>
          </a:p>
        </p:txBody>
      </p:sp>
      <p:sp>
        <p:nvSpPr>
          <p:cNvPr id="17" name="Text 15"/>
          <p:cNvSpPr/>
          <p:nvPr/>
        </p:nvSpPr>
        <p:spPr>
          <a:xfrm>
            <a:off x="9052560" y="3730752"/>
            <a:ext cx="1828800" cy="146304"/>
          </a:xfrm>
          <a:prstGeom prst="rect">
            <a:avLst/>
          </a:prstGeom>
          <a:noFill/>
          <a:ln/>
        </p:spPr>
        <p:txBody>
          <a:bodyPr wrap="square" lIns="0" tIns="0" rIns="0" bIns="0" rtlCol="0" anchor="ctr"/>
          <a:lstStyle/>
          <a:p>
            <a:pPr algn="ctr" indent="0" marL="0">
              <a:buNone/>
            </a:pPr>
            <a:r>
              <a:rPr lang="en-US" sz="880" dirty="0">
                <a:solidFill>
                  <a:srgbClr val="62718A"/>
                </a:solidFill>
                <a:latin typeface="Microsoft YaHei" pitchFamily="34" charset="0"/>
                <a:ea typeface="Microsoft YaHei" pitchFamily="34" charset="-122"/>
                <a:cs typeface="Microsoft YaHei" pitchFamily="34" charset="-120"/>
              </a:rPr>
              <a:t>过程性指导</a:t>
            </a:r>
            <a:endParaRPr lang="en-US" sz="880" dirty="0"/>
          </a:p>
        </p:txBody>
      </p:sp>
      <p:sp>
        <p:nvSpPr>
          <p:cNvPr id="18" name="Shape 16"/>
          <p:cNvSpPr/>
          <p:nvPr/>
        </p:nvSpPr>
        <p:spPr>
          <a:xfrm>
            <a:off x="5504688" y="4617720"/>
            <a:ext cx="5257800" cy="530352"/>
          </a:xfrm>
          <a:prstGeom prst="roundRect">
            <a:avLst>
              <a:gd name="adj" fmla="val 13793"/>
            </a:avLst>
          </a:prstGeom>
          <a:solidFill>
            <a:srgbClr val="FFFFFF"/>
          </a:solidFill>
          <a:ln w="8890">
            <a:solidFill>
              <a:srgbClr val="DDE6EF"/>
            </a:solidFill>
            <a:prstDash val="solid"/>
          </a:ln>
          <a:effectLst>
            <a:outerShdw sx="100000" sy="100000" kx="0" ky="0" algn="bl" rotWithShape="0" blurRad="12700" dist="50800" dir="2700000">
              <a:srgbClr val="CBD5E1">
                <a:alpha val="13000"/>
              </a:srgbClr>
            </a:outerShdw>
          </a:effectLst>
        </p:spPr>
      </p:sp>
      <p:sp>
        <p:nvSpPr>
          <p:cNvPr id="19" name="Text 17"/>
          <p:cNvSpPr/>
          <p:nvPr/>
        </p:nvSpPr>
        <p:spPr>
          <a:xfrm>
            <a:off x="5742432" y="4800600"/>
            <a:ext cx="4800600" cy="109728"/>
          </a:xfrm>
          <a:prstGeom prst="rect">
            <a:avLst/>
          </a:prstGeom>
          <a:noFill/>
          <a:ln/>
        </p:spPr>
        <p:txBody>
          <a:bodyPr wrap="square" lIns="0" tIns="0" rIns="0" bIns="0" rtlCol="0" anchor="ctr">
            <a:normAutofit/>
          </a:bodyPr>
          <a:lstStyle/>
          <a:p>
            <a:pPr indent="0" marL="0">
              <a:buNone/>
            </a:pPr>
            <a:r>
              <a:rPr lang="en-US" sz="720" dirty="0">
                <a:solidFill>
                  <a:srgbClr val="62718A"/>
                </a:solidFill>
                <a:latin typeface="Microsoft YaHei" pitchFamily="34" charset="0"/>
                <a:ea typeface="Microsoft YaHei" pitchFamily="34" charset="-122"/>
                <a:cs typeface="Microsoft YaHei" pitchFamily="34" charset="-120"/>
              </a:rPr>
              <a:t>政策来源：教育强国建设规划纲要（2024—2035年）；教育部等九部门关于加快推进教育数字化的意见。</a:t>
            </a:r>
            <a:endParaRPr lang="en-US" sz="720" dirty="0"/>
          </a:p>
        </p:txBody>
      </p:sp>
      <p:sp>
        <p:nvSpPr>
          <p:cNvPr id="25" name="Slide Number Placeholder 0"/>
          <p:cNvSpPr>
            <a:spLocks noGrp="1"/>
          </p:cNvSpPr>
          <p:nvPr>
            <p:ph type="sldNum" sz="quarter" idx="4294967295"/>
          </p:nvPr>
        </p:nvSpPr>
        <p:spPr>
          <a:xfrm>
            <a:off x="11475720" y="6556248"/>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6B7A90"/>
                </a:solidFill>
                <a:latin typeface="Microsoft YaHei"/>
                <a:ea typeface="Microsoft YaHei"/>
                <a:cs typeface="Microsoft YaHei"/>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AFC"/>
        </a:solidFill>
      </p:bgPr>
    </p:bg>
    <p:spTree>
      <p:nvGrpSpPr>
        <p:cNvPr id="1" name=""/>
        <p:cNvGrpSpPr/>
        <p:nvPr/>
      </p:nvGrpSpPr>
      <p:grpSpPr>
        <a:xfrm>
          <a:off x="0" y="0"/>
          <a:ext cx="0" cy="0"/>
          <a:chOff x="0" y="0"/>
          <a:chExt cx="0" cy="0"/>
        </a:xfrm>
      </p:grpSpPr>
      <p:sp>
        <p:nvSpPr>
          <p:cNvPr id="2" name="Text 0"/>
          <p:cNvSpPr/>
          <p:nvPr/>
        </p:nvSpPr>
        <p:spPr>
          <a:xfrm>
            <a:off x="566928" y="338328"/>
            <a:ext cx="2926080" cy="182880"/>
          </a:xfrm>
          <a:prstGeom prst="rect">
            <a:avLst/>
          </a:prstGeom>
          <a:noFill/>
          <a:ln/>
        </p:spPr>
        <p:txBody>
          <a:bodyPr wrap="square" lIns="0" tIns="0" rIns="0" bIns="0" rtlCol="0" anchor="ctr"/>
          <a:lstStyle/>
          <a:p>
            <a:pPr indent="0" marL="0">
              <a:buNone/>
            </a:pPr>
            <a:r>
              <a:rPr lang="en-US" sz="800" b="1" dirty="0">
                <a:solidFill>
                  <a:srgbClr val="0F9BA8"/>
                </a:solidFill>
                <a:latin typeface="Microsoft YaHei" pitchFamily="34" charset="0"/>
                <a:ea typeface="Microsoft YaHei" pitchFamily="34" charset="-122"/>
                <a:cs typeface="Microsoft YaHei" pitchFamily="34" charset="-120"/>
              </a:rPr>
              <a:t>LOCAL NEED</a:t>
            </a:r>
            <a:endParaRPr lang="en-US" sz="800" dirty="0"/>
          </a:p>
        </p:txBody>
      </p:sp>
      <p:sp>
        <p:nvSpPr>
          <p:cNvPr id="3" name="Text 1"/>
          <p:cNvSpPr/>
          <p:nvPr/>
        </p:nvSpPr>
        <p:spPr>
          <a:xfrm>
            <a:off x="566928" y="566928"/>
            <a:ext cx="8229600" cy="438912"/>
          </a:xfrm>
          <a:prstGeom prst="rect">
            <a:avLst/>
          </a:prstGeom>
          <a:noFill/>
          <a:ln/>
        </p:spPr>
        <p:txBody>
          <a:bodyPr wrap="square" lIns="0" tIns="0" rIns="0" bIns="0" rtlCol="0" anchor="ctr">
            <a:normAutofit/>
          </a:bodyPr>
          <a:lstStyle/>
          <a:p>
            <a:pPr indent="0" marL="0">
              <a:buNone/>
            </a:pPr>
            <a:r>
              <a:rPr lang="en-US" sz="2300" b="1" dirty="0">
                <a:solidFill>
                  <a:srgbClr val="172033"/>
                </a:solidFill>
                <a:latin typeface="Microsoft YaHei" pitchFamily="34" charset="0"/>
                <a:ea typeface="Microsoft YaHei" pitchFamily="34" charset="-122"/>
                <a:cs typeface="Microsoft YaHei" pitchFamily="34" charset="-120"/>
              </a:rPr>
              <a:t>校内真实需求</a:t>
            </a:r>
            <a:endParaRPr lang="en-US" sz="2300" dirty="0"/>
          </a:p>
        </p:txBody>
      </p:sp>
      <p:sp>
        <p:nvSpPr>
          <p:cNvPr id="4" name="Shape 2"/>
          <p:cNvSpPr/>
          <p:nvPr/>
        </p:nvSpPr>
        <p:spPr>
          <a:xfrm>
            <a:off x="777240" y="1572768"/>
            <a:ext cx="4617720" cy="3337560"/>
          </a:xfrm>
          <a:prstGeom prst="roundRect">
            <a:avLst>
              <a:gd name="adj" fmla="val 2192"/>
            </a:avLst>
          </a:prstGeom>
          <a:solidFill>
            <a:srgbClr val="FFFFFF"/>
          </a:solidFill>
          <a:ln w="8890">
            <a:solidFill>
              <a:srgbClr val="DDE6EF"/>
            </a:solidFill>
            <a:prstDash val="solid"/>
          </a:ln>
          <a:effectLst>
            <a:outerShdw sx="100000" sy="100000" kx="0" ky="0" algn="bl" rotWithShape="0" blurRad="12700" dist="50800" dir="2700000">
              <a:srgbClr val="CBD5E1">
                <a:alpha val="13000"/>
              </a:srgbClr>
            </a:outerShdw>
          </a:effectLst>
        </p:spPr>
      </p:sp>
      <p:sp>
        <p:nvSpPr>
          <p:cNvPr id="5" name="Text 3"/>
          <p:cNvSpPr/>
          <p:nvPr/>
        </p:nvSpPr>
        <p:spPr>
          <a:xfrm>
            <a:off x="1078992" y="1847088"/>
            <a:ext cx="3840480" cy="822960"/>
          </a:xfrm>
          <a:prstGeom prst="rect">
            <a:avLst/>
          </a:prstGeom>
          <a:noFill/>
          <a:ln/>
        </p:spPr>
        <p:txBody>
          <a:bodyPr wrap="square" lIns="0" tIns="0" rIns="0" bIns="0" rtlCol="0" anchor="ctr"/>
          <a:lstStyle/>
          <a:p>
            <a:pPr algn="ctr" indent="0" marL="0">
              <a:buNone/>
            </a:pPr>
            <a:r>
              <a:rPr lang="en-US" sz="5400" b="1" dirty="0">
                <a:solidFill>
                  <a:srgbClr val="0F9BA8"/>
                </a:solidFill>
                <a:latin typeface="Microsoft YaHei" pitchFamily="34" charset="0"/>
                <a:ea typeface="Microsoft YaHei" pitchFamily="34" charset="-122"/>
                <a:cs typeface="Microsoft YaHei" pitchFamily="34" charset="-120"/>
              </a:rPr>
              <a:t>1000+</a:t>
            </a:r>
            <a:endParaRPr lang="en-US" sz="5400" dirty="0"/>
          </a:p>
        </p:txBody>
      </p:sp>
      <p:sp>
        <p:nvSpPr>
          <p:cNvPr id="6" name="Text 4"/>
          <p:cNvSpPr/>
          <p:nvPr/>
        </p:nvSpPr>
        <p:spPr>
          <a:xfrm>
            <a:off x="1170432" y="2834640"/>
            <a:ext cx="3657600" cy="530352"/>
          </a:xfrm>
          <a:prstGeom prst="rect">
            <a:avLst/>
          </a:prstGeom>
          <a:noFill/>
          <a:ln/>
        </p:spPr>
        <p:txBody>
          <a:bodyPr wrap="square" lIns="0" tIns="0" rIns="0" bIns="0" rtlCol="0" anchor="ctr">
            <a:normAutofit/>
          </a:bodyPr>
          <a:lstStyle/>
          <a:p>
            <a:pPr algn="ctr" indent="0" marL="0">
              <a:buNone/>
            </a:pPr>
            <a:r>
              <a:rPr lang="en-US" sz="1500" b="1" dirty="0">
                <a:solidFill>
                  <a:srgbClr val="172033"/>
                </a:solidFill>
                <a:latin typeface="Microsoft YaHei" pitchFamily="34" charset="0"/>
                <a:ea typeface="Microsoft YaHei" pitchFamily="34" charset="-122"/>
                <a:cs typeface="Microsoft YaHei" pitchFamily="34" charset="-120"/>
              </a:rPr>
              <a:t>我校每年非科班学生</a:t>
            </a:r>
            <a:endParaRPr lang="en-US" sz="1500" dirty="0"/>
          </a:p>
          <a:p>
            <a:pPr algn="ctr" indent="0" marL="0">
              <a:buNone/>
            </a:pPr>
            <a:r>
              <a:rPr lang="en-US" sz="1500" b="1" dirty="0">
                <a:solidFill>
                  <a:srgbClr val="172033"/>
                </a:solidFill>
                <a:latin typeface="Microsoft YaHei" pitchFamily="34" charset="0"/>
                <a:ea typeface="Microsoft YaHei" pitchFamily="34" charset="-122"/>
                <a:cs typeface="Microsoft YaHei" pitchFamily="34" charset="-120"/>
              </a:rPr>
              <a:t>学习 Python 的规模</a:t>
            </a:r>
            <a:endParaRPr lang="en-US" sz="1500" dirty="0"/>
          </a:p>
        </p:txBody>
      </p:sp>
      <p:sp>
        <p:nvSpPr>
          <p:cNvPr id="7" name="Text 5"/>
          <p:cNvSpPr/>
          <p:nvPr/>
        </p:nvSpPr>
        <p:spPr>
          <a:xfrm>
            <a:off x="1325880" y="3822192"/>
            <a:ext cx="3337560" cy="347472"/>
          </a:xfrm>
          <a:prstGeom prst="rect">
            <a:avLst/>
          </a:prstGeom>
          <a:noFill/>
          <a:ln/>
        </p:spPr>
        <p:txBody>
          <a:bodyPr wrap="square" lIns="0" tIns="0" rIns="0" bIns="0" rtlCol="0" anchor="ctr">
            <a:normAutofit/>
          </a:bodyPr>
          <a:lstStyle/>
          <a:p>
            <a:pPr algn="ctr" indent="0" marL="0">
              <a:buNone/>
            </a:pPr>
            <a:r>
              <a:rPr lang="en-US" sz="950" dirty="0">
                <a:solidFill>
                  <a:srgbClr val="62718A"/>
                </a:solidFill>
                <a:latin typeface="Microsoft YaHei" pitchFamily="34" charset="0"/>
                <a:ea typeface="Microsoft YaHei" pitchFamily="34" charset="-122"/>
                <a:cs typeface="Microsoft YaHei" pitchFamily="34" charset="-120"/>
              </a:rPr>
              <a:t>Python 是当前主要落地场景，平台定位面向更广义的编程语言初学者。</a:t>
            </a:r>
            <a:endParaRPr lang="en-US" sz="950" dirty="0"/>
          </a:p>
        </p:txBody>
      </p:sp>
      <p:sp>
        <p:nvSpPr>
          <p:cNvPr id="8" name="Shape 6"/>
          <p:cNvSpPr/>
          <p:nvPr/>
        </p:nvSpPr>
        <p:spPr>
          <a:xfrm>
            <a:off x="6446520" y="1719072"/>
            <a:ext cx="4315968" cy="786384"/>
          </a:xfrm>
          <a:prstGeom prst="roundRect">
            <a:avLst>
              <a:gd name="adj" fmla="val 9302"/>
            </a:avLst>
          </a:prstGeom>
          <a:solidFill>
            <a:srgbClr val="E8FAF8"/>
          </a:solidFill>
          <a:ln w="8890">
            <a:solidFill>
              <a:srgbClr val="FFFFFF"/>
            </a:solidFill>
            <a:prstDash val="solid"/>
          </a:ln>
          <a:effectLst>
            <a:outerShdw sx="100000" sy="100000" kx="0" ky="0" algn="bl" rotWithShape="0" blurRad="12700" dist="50800" dir="2700000">
              <a:srgbClr val="CBD5E1">
                <a:alpha val="13000"/>
              </a:srgbClr>
            </a:outerShdw>
          </a:effectLst>
        </p:spPr>
      </p:sp>
      <p:sp>
        <p:nvSpPr>
          <p:cNvPr id="9" name="Shape 7"/>
          <p:cNvSpPr/>
          <p:nvPr/>
        </p:nvSpPr>
        <p:spPr>
          <a:xfrm>
            <a:off x="6693408" y="1901952"/>
            <a:ext cx="420624" cy="420624"/>
          </a:xfrm>
          <a:prstGeom prst="ellipse">
            <a:avLst/>
          </a:prstGeom>
          <a:solidFill>
            <a:srgbClr val="0F9BA8"/>
          </a:solidFill>
          <a:ln w="12700">
            <a:solidFill>
              <a:srgbClr val="0F9BA8"/>
            </a:solidFill>
            <a:prstDash val="solid"/>
          </a:ln>
        </p:spPr>
      </p:sp>
      <p:sp>
        <p:nvSpPr>
          <p:cNvPr id="10" name="Text 8"/>
          <p:cNvSpPr/>
          <p:nvPr/>
        </p:nvSpPr>
        <p:spPr>
          <a:xfrm>
            <a:off x="6693408" y="2032345"/>
            <a:ext cx="420624" cy="73152"/>
          </a:xfrm>
          <a:prstGeom prst="rect">
            <a:avLst/>
          </a:prstGeom>
          <a:noFill/>
          <a:ln/>
        </p:spPr>
        <p:txBody>
          <a:bodyPr wrap="square" lIns="0" tIns="0" rIns="0" bIns="0" rtlCol="0" anchor="ctr"/>
          <a:lstStyle/>
          <a:p>
            <a:pPr algn="ctr" indent="0" marL="0">
              <a:buNone/>
            </a:pPr>
            <a:r>
              <a:rPr lang="en-US" sz="750" b="1" dirty="0">
                <a:solidFill>
                  <a:srgbClr val="FFFFFF"/>
                </a:solidFill>
                <a:latin typeface="Microsoft YaHei" pitchFamily="34" charset="0"/>
                <a:ea typeface="Microsoft YaHei" pitchFamily="34" charset="-122"/>
                <a:cs typeface="Microsoft YaHei" pitchFamily="34" charset="-120"/>
              </a:rPr>
              <a:t>1</a:t>
            </a:r>
            <a:endParaRPr lang="en-US" sz="750" dirty="0"/>
          </a:p>
        </p:txBody>
      </p:sp>
      <p:sp>
        <p:nvSpPr>
          <p:cNvPr id="11" name="Text 9"/>
          <p:cNvSpPr/>
          <p:nvPr/>
        </p:nvSpPr>
        <p:spPr>
          <a:xfrm>
            <a:off x="7315200" y="1883664"/>
            <a:ext cx="1417320" cy="164592"/>
          </a:xfrm>
          <a:prstGeom prst="rect">
            <a:avLst/>
          </a:prstGeom>
          <a:noFill/>
          <a:ln/>
        </p:spPr>
        <p:txBody>
          <a:bodyPr wrap="square" lIns="0" tIns="0" rIns="0" bIns="0" rtlCol="0" anchor="ctr"/>
          <a:lstStyle/>
          <a:p>
            <a:pPr indent="0" marL="0">
              <a:buNone/>
            </a:pPr>
            <a:r>
              <a:rPr lang="en-US" sz="1350" b="1" dirty="0">
                <a:solidFill>
                  <a:srgbClr val="172033"/>
                </a:solidFill>
                <a:latin typeface="Microsoft YaHei" pitchFamily="34" charset="0"/>
                <a:ea typeface="Microsoft YaHei" pitchFamily="34" charset="-122"/>
                <a:cs typeface="Microsoft YaHei" pitchFamily="34" charset="-120"/>
              </a:rPr>
              <a:t>零基础</a:t>
            </a:r>
            <a:endParaRPr lang="en-US" sz="1350" dirty="0"/>
          </a:p>
        </p:txBody>
      </p:sp>
      <p:sp>
        <p:nvSpPr>
          <p:cNvPr id="12" name="Text 10"/>
          <p:cNvSpPr/>
          <p:nvPr/>
        </p:nvSpPr>
        <p:spPr>
          <a:xfrm>
            <a:off x="7315200" y="2194560"/>
            <a:ext cx="2834640" cy="109728"/>
          </a:xfrm>
          <a:prstGeom prst="rect">
            <a:avLst/>
          </a:prstGeom>
          <a:noFill/>
          <a:ln/>
        </p:spPr>
        <p:txBody>
          <a:bodyPr wrap="square" lIns="0" tIns="0" rIns="0" bIns="0" rtlCol="0" anchor="ctr"/>
          <a:lstStyle/>
          <a:p>
            <a:pPr indent="0" marL="0">
              <a:buNone/>
            </a:pPr>
            <a:r>
              <a:rPr lang="en-US" sz="870" dirty="0">
                <a:solidFill>
                  <a:srgbClr val="62718A"/>
                </a:solidFill>
                <a:latin typeface="Microsoft YaHei" pitchFamily="34" charset="0"/>
                <a:ea typeface="Microsoft YaHei" pitchFamily="34" charset="-122"/>
                <a:cs typeface="Microsoft YaHei" pitchFamily="34" charset="-120"/>
              </a:rPr>
              <a:t>缺少系统训练</a:t>
            </a:r>
            <a:endParaRPr lang="en-US" sz="870" dirty="0"/>
          </a:p>
        </p:txBody>
      </p:sp>
      <p:sp>
        <p:nvSpPr>
          <p:cNvPr id="13" name="Shape 11"/>
          <p:cNvSpPr/>
          <p:nvPr/>
        </p:nvSpPr>
        <p:spPr>
          <a:xfrm>
            <a:off x="6446520" y="2834640"/>
            <a:ext cx="4315968" cy="786384"/>
          </a:xfrm>
          <a:prstGeom prst="roundRect">
            <a:avLst>
              <a:gd name="adj" fmla="val 9302"/>
            </a:avLst>
          </a:prstGeom>
          <a:solidFill>
            <a:srgbClr val="EAF5FF"/>
          </a:solidFill>
          <a:ln w="8890">
            <a:solidFill>
              <a:srgbClr val="FFFFFF"/>
            </a:solidFill>
            <a:prstDash val="solid"/>
          </a:ln>
          <a:effectLst>
            <a:outerShdw sx="100000" sy="100000" kx="0" ky="0" algn="bl" rotWithShape="0" blurRad="12700" dist="50800" dir="2700000">
              <a:srgbClr val="CBD5E1">
                <a:alpha val="13000"/>
              </a:srgbClr>
            </a:outerShdw>
          </a:effectLst>
        </p:spPr>
      </p:sp>
      <p:sp>
        <p:nvSpPr>
          <p:cNvPr id="14" name="Shape 12"/>
          <p:cNvSpPr/>
          <p:nvPr/>
        </p:nvSpPr>
        <p:spPr>
          <a:xfrm>
            <a:off x="6693408" y="3017520"/>
            <a:ext cx="420624" cy="420624"/>
          </a:xfrm>
          <a:prstGeom prst="ellipse">
            <a:avLst/>
          </a:prstGeom>
          <a:solidFill>
            <a:srgbClr val="2563EB"/>
          </a:solidFill>
          <a:ln w="12700">
            <a:solidFill>
              <a:srgbClr val="2563EB"/>
            </a:solidFill>
            <a:prstDash val="solid"/>
          </a:ln>
        </p:spPr>
      </p:sp>
      <p:sp>
        <p:nvSpPr>
          <p:cNvPr id="15" name="Text 13"/>
          <p:cNvSpPr/>
          <p:nvPr/>
        </p:nvSpPr>
        <p:spPr>
          <a:xfrm>
            <a:off x="6693408" y="3147913"/>
            <a:ext cx="420624" cy="73152"/>
          </a:xfrm>
          <a:prstGeom prst="rect">
            <a:avLst/>
          </a:prstGeom>
          <a:noFill/>
          <a:ln/>
        </p:spPr>
        <p:txBody>
          <a:bodyPr wrap="square" lIns="0" tIns="0" rIns="0" bIns="0" rtlCol="0" anchor="ctr"/>
          <a:lstStyle/>
          <a:p>
            <a:pPr algn="ctr" indent="0" marL="0">
              <a:buNone/>
            </a:pPr>
            <a:r>
              <a:rPr lang="en-US" sz="750" b="1" dirty="0">
                <a:solidFill>
                  <a:srgbClr val="FFFFFF"/>
                </a:solidFill>
                <a:latin typeface="Microsoft YaHei" pitchFamily="34" charset="0"/>
                <a:ea typeface="Microsoft YaHei" pitchFamily="34" charset="-122"/>
                <a:cs typeface="Microsoft YaHei" pitchFamily="34" charset="-120"/>
              </a:rPr>
              <a:t>2</a:t>
            </a:r>
            <a:endParaRPr lang="en-US" sz="750" dirty="0"/>
          </a:p>
        </p:txBody>
      </p:sp>
      <p:sp>
        <p:nvSpPr>
          <p:cNvPr id="16" name="Text 14"/>
          <p:cNvSpPr/>
          <p:nvPr/>
        </p:nvSpPr>
        <p:spPr>
          <a:xfrm>
            <a:off x="7315200" y="2999232"/>
            <a:ext cx="1417320" cy="164592"/>
          </a:xfrm>
          <a:prstGeom prst="rect">
            <a:avLst/>
          </a:prstGeom>
          <a:noFill/>
          <a:ln/>
        </p:spPr>
        <p:txBody>
          <a:bodyPr wrap="square" lIns="0" tIns="0" rIns="0" bIns="0" rtlCol="0" anchor="ctr"/>
          <a:lstStyle/>
          <a:p>
            <a:pPr indent="0" marL="0">
              <a:buNone/>
            </a:pPr>
            <a:r>
              <a:rPr lang="en-US" sz="1350" b="1" dirty="0">
                <a:solidFill>
                  <a:srgbClr val="172033"/>
                </a:solidFill>
                <a:latin typeface="Microsoft YaHei" pitchFamily="34" charset="0"/>
                <a:ea typeface="Microsoft YaHei" pitchFamily="34" charset="-122"/>
                <a:cs typeface="Microsoft YaHei" pitchFamily="34" charset="-120"/>
              </a:rPr>
              <a:t>弱反馈</a:t>
            </a:r>
            <a:endParaRPr lang="en-US" sz="1350" dirty="0"/>
          </a:p>
        </p:txBody>
      </p:sp>
      <p:sp>
        <p:nvSpPr>
          <p:cNvPr id="17" name="Text 15"/>
          <p:cNvSpPr/>
          <p:nvPr/>
        </p:nvSpPr>
        <p:spPr>
          <a:xfrm>
            <a:off x="7315200" y="3310128"/>
            <a:ext cx="2834640" cy="109728"/>
          </a:xfrm>
          <a:prstGeom prst="rect">
            <a:avLst/>
          </a:prstGeom>
          <a:noFill/>
          <a:ln/>
        </p:spPr>
        <p:txBody>
          <a:bodyPr wrap="square" lIns="0" tIns="0" rIns="0" bIns="0" rtlCol="0" anchor="ctr"/>
          <a:lstStyle/>
          <a:p>
            <a:pPr indent="0" marL="0">
              <a:buNone/>
            </a:pPr>
            <a:r>
              <a:rPr lang="en-US" sz="870" dirty="0">
                <a:solidFill>
                  <a:srgbClr val="62718A"/>
                </a:solidFill>
                <a:latin typeface="Microsoft YaHei" pitchFamily="34" charset="0"/>
                <a:ea typeface="Microsoft YaHei" pitchFamily="34" charset="-122"/>
                <a:cs typeface="Microsoft YaHei" pitchFamily="34" charset="-120"/>
              </a:rPr>
              <a:t>不知道下一步</a:t>
            </a:r>
            <a:endParaRPr lang="en-US" sz="870" dirty="0"/>
          </a:p>
        </p:txBody>
      </p:sp>
      <p:sp>
        <p:nvSpPr>
          <p:cNvPr id="18" name="Shape 16"/>
          <p:cNvSpPr/>
          <p:nvPr/>
        </p:nvSpPr>
        <p:spPr>
          <a:xfrm>
            <a:off x="6446520" y="3950208"/>
            <a:ext cx="4315968" cy="786384"/>
          </a:xfrm>
          <a:prstGeom prst="roundRect">
            <a:avLst>
              <a:gd name="adj" fmla="val 9302"/>
            </a:avLst>
          </a:prstGeom>
          <a:solidFill>
            <a:srgbClr val="FFF0F6"/>
          </a:solidFill>
          <a:ln w="8890">
            <a:solidFill>
              <a:srgbClr val="FFFFFF"/>
            </a:solidFill>
            <a:prstDash val="solid"/>
          </a:ln>
          <a:effectLst>
            <a:outerShdw sx="100000" sy="100000" kx="0" ky="0" algn="bl" rotWithShape="0" blurRad="12700" dist="50800" dir="2700000">
              <a:srgbClr val="CBD5E1">
                <a:alpha val="13000"/>
              </a:srgbClr>
            </a:outerShdw>
          </a:effectLst>
        </p:spPr>
      </p:sp>
      <p:sp>
        <p:nvSpPr>
          <p:cNvPr id="19" name="Shape 17"/>
          <p:cNvSpPr/>
          <p:nvPr/>
        </p:nvSpPr>
        <p:spPr>
          <a:xfrm>
            <a:off x="6693408" y="4133088"/>
            <a:ext cx="420624" cy="420624"/>
          </a:xfrm>
          <a:prstGeom prst="ellipse">
            <a:avLst/>
          </a:prstGeom>
          <a:solidFill>
            <a:srgbClr val="E6508A"/>
          </a:solidFill>
          <a:ln w="12700">
            <a:solidFill>
              <a:srgbClr val="E6508A"/>
            </a:solidFill>
            <a:prstDash val="solid"/>
          </a:ln>
        </p:spPr>
      </p:sp>
      <p:sp>
        <p:nvSpPr>
          <p:cNvPr id="20" name="Text 18"/>
          <p:cNvSpPr/>
          <p:nvPr/>
        </p:nvSpPr>
        <p:spPr>
          <a:xfrm>
            <a:off x="6693408" y="4263481"/>
            <a:ext cx="420624" cy="73152"/>
          </a:xfrm>
          <a:prstGeom prst="rect">
            <a:avLst/>
          </a:prstGeom>
          <a:noFill/>
          <a:ln/>
        </p:spPr>
        <p:txBody>
          <a:bodyPr wrap="square" lIns="0" tIns="0" rIns="0" bIns="0" rtlCol="0" anchor="ctr"/>
          <a:lstStyle/>
          <a:p>
            <a:pPr algn="ctr" indent="0" marL="0">
              <a:buNone/>
            </a:pPr>
            <a:r>
              <a:rPr lang="en-US" sz="750" b="1" dirty="0">
                <a:solidFill>
                  <a:srgbClr val="FFFFFF"/>
                </a:solidFill>
                <a:latin typeface="Microsoft YaHei" pitchFamily="34" charset="0"/>
                <a:ea typeface="Microsoft YaHei" pitchFamily="34" charset="-122"/>
                <a:cs typeface="Microsoft YaHei" pitchFamily="34" charset="-120"/>
              </a:rPr>
              <a:t>3</a:t>
            </a:r>
            <a:endParaRPr lang="en-US" sz="750" dirty="0"/>
          </a:p>
        </p:txBody>
      </p:sp>
      <p:sp>
        <p:nvSpPr>
          <p:cNvPr id="21" name="Text 19"/>
          <p:cNvSpPr/>
          <p:nvPr/>
        </p:nvSpPr>
        <p:spPr>
          <a:xfrm>
            <a:off x="7315200" y="4114800"/>
            <a:ext cx="1417320" cy="164592"/>
          </a:xfrm>
          <a:prstGeom prst="rect">
            <a:avLst/>
          </a:prstGeom>
          <a:noFill/>
          <a:ln/>
        </p:spPr>
        <p:txBody>
          <a:bodyPr wrap="square" lIns="0" tIns="0" rIns="0" bIns="0" rtlCol="0" anchor="ctr"/>
          <a:lstStyle/>
          <a:p>
            <a:pPr indent="0" marL="0">
              <a:buNone/>
            </a:pPr>
            <a:r>
              <a:rPr lang="en-US" sz="1350" b="1" dirty="0">
                <a:solidFill>
                  <a:srgbClr val="172033"/>
                </a:solidFill>
                <a:latin typeface="Microsoft YaHei" pitchFamily="34" charset="0"/>
                <a:ea typeface="Microsoft YaHei" pitchFamily="34" charset="-122"/>
                <a:cs typeface="Microsoft YaHei" pitchFamily="34" charset="-120"/>
              </a:rPr>
              <a:t>易受挫</a:t>
            </a:r>
            <a:endParaRPr lang="en-US" sz="1350" dirty="0"/>
          </a:p>
        </p:txBody>
      </p:sp>
      <p:sp>
        <p:nvSpPr>
          <p:cNvPr id="22" name="Text 20"/>
          <p:cNvSpPr/>
          <p:nvPr/>
        </p:nvSpPr>
        <p:spPr>
          <a:xfrm>
            <a:off x="7315200" y="4425696"/>
            <a:ext cx="2834640" cy="109728"/>
          </a:xfrm>
          <a:prstGeom prst="rect">
            <a:avLst/>
          </a:prstGeom>
          <a:noFill/>
          <a:ln/>
        </p:spPr>
        <p:txBody>
          <a:bodyPr wrap="square" lIns="0" tIns="0" rIns="0" bIns="0" rtlCol="0" anchor="ctr"/>
          <a:lstStyle/>
          <a:p>
            <a:pPr indent="0" marL="0">
              <a:buNone/>
            </a:pPr>
            <a:r>
              <a:rPr lang="en-US" sz="870" dirty="0">
                <a:solidFill>
                  <a:srgbClr val="62718A"/>
                </a:solidFill>
                <a:latin typeface="Microsoft YaHei" pitchFamily="34" charset="0"/>
                <a:ea typeface="Microsoft YaHei" pitchFamily="34" charset="-122"/>
                <a:cs typeface="Microsoft YaHei" pitchFamily="34" charset="-120"/>
              </a:rPr>
              <a:t>错误无法转化为学习</a:t>
            </a:r>
            <a:endParaRPr lang="en-US" sz="870" dirty="0"/>
          </a:p>
        </p:txBody>
      </p:sp>
      <p:sp>
        <p:nvSpPr>
          <p:cNvPr id="25" name="Slide Number Placeholder 0"/>
          <p:cNvSpPr>
            <a:spLocks noGrp="1"/>
          </p:cNvSpPr>
          <p:nvPr>
            <p:ph type="sldNum" sz="quarter" idx="4294967295"/>
          </p:nvPr>
        </p:nvSpPr>
        <p:spPr>
          <a:xfrm>
            <a:off x="11475720" y="6556248"/>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6B7A90"/>
                </a:solidFill>
                <a:latin typeface="Microsoft YaHei"/>
                <a:ea typeface="Microsoft YaHei"/>
                <a:cs typeface="Microsoft YaHei"/>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AFC"/>
        </a:solidFill>
      </p:bgPr>
    </p:bg>
    <p:spTree>
      <p:nvGrpSpPr>
        <p:cNvPr id="1" name=""/>
        <p:cNvGrpSpPr/>
        <p:nvPr/>
      </p:nvGrpSpPr>
      <p:grpSpPr>
        <a:xfrm>
          <a:off x="0" y="0"/>
          <a:ext cx="0" cy="0"/>
          <a:chOff x="0" y="0"/>
          <a:chExt cx="0" cy="0"/>
        </a:xfrm>
      </p:grpSpPr>
      <p:sp>
        <p:nvSpPr>
          <p:cNvPr id="2" name="Text 0"/>
          <p:cNvSpPr/>
          <p:nvPr/>
        </p:nvSpPr>
        <p:spPr>
          <a:xfrm>
            <a:off x="566928" y="338328"/>
            <a:ext cx="2926080" cy="182880"/>
          </a:xfrm>
          <a:prstGeom prst="rect">
            <a:avLst/>
          </a:prstGeom>
          <a:noFill/>
          <a:ln/>
        </p:spPr>
        <p:txBody>
          <a:bodyPr wrap="square" lIns="0" tIns="0" rIns="0" bIns="0" rtlCol="0" anchor="ctr"/>
          <a:lstStyle/>
          <a:p>
            <a:pPr indent="0" marL="0">
              <a:buNone/>
            </a:pPr>
            <a:r>
              <a:rPr lang="en-US" sz="800" b="1" dirty="0">
                <a:solidFill>
                  <a:srgbClr val="0F9BA8"/>
                </a:solidFill>
                <a:latin typeface="Microsoft YaHei" pitchFamily="34" charset="0"/>
                <a:ea typeface="Microsoft YaHei" pitchFamily="34" charset="-122"/>
                <a:cs typeface="Microsoft YaHei" pitchFamily="34" charset="-120"/>
              </a:rPr>
              <a:t>PAIN POINTS</a:t>
            </a:r>
            <a:endParaRPr lang="en-US" sz="800" dirty="0"/>
          </a:p>
        </p:txBody>
      </p:sp>
      <p:sp>
        <p:nvSpPr>
          <p:cNvPr id="3" name="Text 1"/>
          <p:cNvSpPr/>
          <p:nvPr/>
        </p:nvSpPr>
        <p:spPr>
          <a:xfrm>
            <a:off x="566928" y="566928"/>
            <a:ext cx="8229600" cy="438912"/>
          </a:xfrm>
          <a:prstGeom prst="rect">
            <a:avLst/>
          </a:prstGeom>
          <a:noFill/>
          <a:ln/>
        </p:spPr>
        <p:txBody>
          <a:bodyPr wrap="square" lIns="0" tIns="0" rIns="0" bIns="0" rtlCol="0" anchor="ctr">
            <a:normAutofit/>
          </a:bodyPr>
          <a:lstStyle/>
          <a:p>
            <a:pPr indent="0" marL="0">
              <a:buNone/>
            </a:pPr>
            <a:r>
              <a:rPr lang="en-US" sz="2300" b="1" dirty="0">
                <a:solidFill>
                  <a:srgbClr val="172033"/>
                </a:solidFill>
                <a:latin typeface="Microsoft YaHei" pitchFamily="34" charset="0"/>
                <a:ea typeface="Microsoft YaHei" pitchFamily="34" charset="-122"/>
                <a:cs typeface="Microsoft YaHei" pitchFamily="34" charset="-120"/>
              </a:rPr>
              <a:t>初学者痛点</a:t>
            </a:r>
            <a:endParaRPr lang="en-US" sz="2300" dirty="0"/>
          </a:p>
        </p:txBody>
      </p:sp>
      <p:sp>
        <p:nvSpPr>
          <p:cNvPr id="4" name="Shape 2"/>
          <p:cNvSpPr/>
          <p:nvPr/>
        </p:nvSpPr>
        <p:spPr>
          <a:xfrm>
            <a:off x="777240" y="1417320"/>
            <a:ext cx="4846320" cy="1572768"/>
          </a:xfrm>
          <a:prstGeom prst="roundRect">
            <a:avLst>
              <a:gd name="adj" fmla="val 4651"/>
            </a:avLst>
          </a:prstGeom>
          <a:solidFill>
            <a:srgbClr val="E8FAF8"/>
          </a:solidFill>
          <a:ln w="8890">
            <a:solidFill>
              <a:srgbClr val="FFFFFF"/>
            </a:solidFill>
            <a:prstDash val="solid"/>
          </a:ln>
          <a:effectLst>
            <a:outerShdw sx="100000" sy="100000" kx="0" ky="0" algn="bl" rotWithShape="0" blurRad="12700" dist="50800" dir="2700000">
              <a:srgbClr val="CBD5E1">
                <a:alpha val="13000"/>
              </a:srgbClr>
            </a:outerShdw>
          </a:effectLst>
        </p:spPr>
      </p:sp>
      <p:sp>
        <p:nvSpPr>
          <p:cNvPr id="5" name="Shape 3"/>
          <p:cNvSpPr/>
          <p:nvPr/>
        </p:nvSpPr>
        <p:spPr>
          <a:xfrm>
            <a:off x="1097280" y="1819656"/>
            <a:ext cx="530352" cy="530352"/>
          </a:xfrm>
          <a:prstGeom prst="ellipse">
            <a:avLst/>
          </a:prstGeom>
          <a:solidFill>
            <a:srgbClr val="0F9BA8"/>
          </a:solidFill>
          <a:ln w="12700">
            <a:solidFill>
              <a:srgbClr val="0F9BA8"/>
            </a:solidFill>
            <a:prstDash val="solid"/>
          </a:ln>
        </p:spPr>
      </p:sp>
      <p:sp>
        <p:nvSpPr>
          <p:cNvPr id="6" name="Text 4"/>
          <p:cNvSpPr/>
          <p:nvPr/>
        </p:nvSpPr>
        <p:spPr>
          <a:xfrm>
            <a:off x="1097280" y="1984065"/>
            <a:ext cx="530352" cy="73152"/>
          </a:xfrm>
          <a:prstGeom prst="rect">
            <a:avLst/>
          </a:prstGeom>
          <a:noFill/>
          <a:ln/>
        </p:spPr>
        <p:txBody>
          <a:bodyPr wrap="square" lIns="0" tIns="0" rIns="0" bIns="0" rtlCol="0" anchor="ctr"/>
          <a:lstStyle/>
          <a:p>
            <a:pPr algn="ctr" indent="0" marL="0">
              <a:buNone/>
            </a:pPr>
            <a:r>
              <a:rPr lang="en-US" sz="1000" b="1" dirty="0">
                <a:solidFill>
                  <a:srgbClr val="FFFFFF"/>
                </a:solidFill>
                <a:latin typeface="Microsoft YaHei" pitchFamily="34" charset="0"/>
                <a:ea typeface="Microsoft YaHei" pitchFamily="34" charset="-122"/>
                <a:cs typeface="Microsoft YaHei" pitchFamily="34" charset="-120"/>
              </a:rPr>
              <a:t>1</a:t>
            </a:r>
            <a:endParaRPr lang="en-US" sz="1000" dirty="0"/>
          </a:p>
        </p:txBody>
      </p:sp>
      <p:sp>
        <p:nvSpPr>
          <p:cNvPr id="7" name="Text 5"/>
          <p:cNvSpPr/>
          <p:nvPr/>
        </p:nvSpPr>
        <p:spPr>
          <a:xfrm>
            <a:off x="1828800" y="1801368"/>
            <a:ext cx="3291840" cy="228600"/>
          </a:xfrm>
          <a:prstGeom prst="rect">
            <a:avLst/>
          </a:prstGeom>
          <a:noFill/>
          <a:ln/>
        </p:spPr>
        <p:txBody>
          <a:bodyPr wrap="square" lIns="0" tIns="0" rIns="0" bIns="0" rtlCol="0" anchor="ctr"/>
          <a:lstStyle/>
          <a:p>
            <a:pPr indent="0" marL="0">
              <a:buNone/>
            </a:pPr>
            <a:r>
              <a:rPr lang="en-US" sz="1600" b="1" dirty="0">
                <a:solidFill>
                  <a:srgbClr val="172033"/>
                </a:solidFill>
                <a:latin typeface="Microsoft YaHei" pitchFamily="34" charset="0"/>
                <a:ea typeface="Microsoft YaHei" pitchFamily="34" charset="-122"/>
                <a:cs typeface="Microsoft YaHei" pitchFamily="34" charset="-120"/>
              </a:rPr>
              <a:t>看不懂题</a:t>
            </a:r>
            <a:endParaRPr lang="en-US" sz="1600" dirty="0"/>
          </a:p>
        </p:txBody>
      </p:sp>
      <p:sp>
        <p:nvSpPr>
          <p:cNvPr id="8" name="Text 6"/>
          <p:cNvSpPr/>
          <p:nvPr/>
        </p:nvSpPr>
        <p:spPr>
          <a:xfrm>
            <a:off x="1828800" y="2258568"/>
            <a:ext cx="3246120" cy="292608"/>
          </a:xfrm>
          <a:prstGeom prst="rect">
            <a:avLst/>
          </a:prstGeom>
          <a:noFill/>
          <a:ln/>
        </p:spPr>
        <p:txBody>
          <a:bodyPr wrap="square" lIns="0" tIns="0" rIns="0" bIns="0" rtlCol="0" anchor="ctr">
            <a:normAutofit/>
          </a:bodyPr>
          <a:lstStyle/>
          <a:p>
            <a:pPr indent="0" marL="0">
              <a:buNone/>
            </a:pPr>
            <a:r>
              <a:rPr lang="en-US" sz="1000" dirty="0">
                <a:solidFill>
                  <a:srgbClr val="62718A"/>
                </a:solidFill>
                <a:latin typeface="Microsoft YaHei" pitchFamily="34" charset="0"/>
                <a:ea typeface="Microsoft YaHei" pitchFamily="34" charset="-122"/>
                <a:cs typeface="Microsoft YaHei" pitchFamily="34" charset="-120"/>
              </a:rPr>
              <a:t>不知道先理解输入、输出还是边界条件</a:t>
            </a:r>
            <a:endParaRPr lang="en-US" sz="1000" dirty="0"/>
          </a:p>
        </p:txBody>
      </p:sp>
      <p:sp>
        <p:nvSpPr>
          <p:cNvPr id="9" name="Shape 7"/>
          <p:cNvSpPr/>
          <p:nvPr/>
        </p:nvSpPr>
        <p:spPr>
          <a:xfrm>
            <a:off x="6236208" y="1417320"/>
            <a:ext cx="4846320" cy="1572768"/>
          </a:xfrm>
          <a:prstGeom prst="roundRect">
            <a:avLst>
              <a:gd name="adj" fmla="val 4651"/>
            </a:avLst>
          </a:prstGeom>
          <a:solidFill>
            <a:srgbClr val="EAF5FF"/>
          </a:solidFill>
          <a:ln w="8890">
            <a:solidFill>
              <a:srgbClr val="FFFFFF"/>
            </a:solidFill>
            <a:prstDash val="solid"/>
          </a:ln>
          <a:effectLst>
            <a:outerShdw sx="100000" sy="100000" kx="0" ky="0" algn="bl" rotWithShape="0" blurRad="12700" dist="50800" dir="2700000">
              <a:srgbClr val="CBD5E1">
                <a:alpha val="13000"/>
              </a:srgbClr>
            </a:outerShdw>
          </a:effectLst>
        </p:spPr>
      </p:sp>
      <p:sp>
        <p:nvSpPr>
          <p:cNvPr id="10" name="Shape 8"/>
          <p:cNvSpPr/>
          <p:nvPr/>
        </p:nvSpPr>
        <p:spPr>
          <a:xfrm>
            <a:off x="6556248" y="1819656"/>
            <a:ext cx="530352" cy="530352"/>
          </a:xfrm>
          <a:prstGeom prst="ellipse">
            <a:avLst/>
          </a:prstGeom>
          <a:solidFill>
            <a:srgbClr val="2563EB"/>
          </a:solidFill>
          <a:ln w="12700">
            <a:solidFill>
              <a:srgbClr val="2563EB"/>
            </a:solidFill>
            <a:prstDash val="solid"/>
          </a:ln>
        </p:spPr>
      </p:sp>
      <p:sp>
        <p:nvSpPr>
          <p:cNvPr id="11" name="Text 9"/>
          <p:cNvSpPr/>
          <p:nvPr/>
        </p:nvSpPr>
        <p:spPr>
          <a:xfrm>
            <a:off x="6556248" y="1984065"/>
            <a:ext cx="530352" cy="73152"/>
          </a:xfrm>
          <a:prstGeom prst="rect">
            <a:avLst/>
          </a:prstGeom>
          <a:noFill/>
          <a:ln/>
        </p:spPr>
        <p:txBody>
          <a:bodyPr wrap="square" lIns="0" tIns="0" rIns="0" bIns="0" rtlCol="0" anchor="ctr"/>
          <a:lstStyle/>
          <a:p>
            <a:pPr algn="ctr" indent="0" marL="0">
              <a:buNone/>
            </a:pPr>
            <a:r>
              <a:rPr lang="en-US" sz="1000" b="1" dirty="0">
                <a:solidFill>
                  <a:srgbClr val="FFFFFF"/>
                </a:solidFill>
                <a:latin typeface="Microsoft YaHei" pitchFamily="34" charset="0"/>
                <a:ea typeface="Microsoft YaHei" pitchFamily="34" charset="-122"/>
                <a:cs typeface="Microsoft YaHei" pitchFamily="34" charset="-120"/>
              </a:rPr>
              <a:t>2</a:t>
            </a:r>
            <a:endParaRPr lang="en-US" sz="1000" dirty="0"/>
          </a:p>
        </p:txBody>
      </p:sp>
      <p:sp>
        <p:nvSpPr>
          <p:cNvPr id="12" name="Text 10"/>
          <p:cNvSpPr/>
          <p:nvPr/>
        </p:nvSpPr>
        <p:spPr>
          <a:xfrm>
            <a:off x="7287768" y="1801368"/>
            <a:ext cx="3291840" cy="228600"/>
          </a:xfrm>
          <a:prstGeom prst="rect">
            <a:avLst/>
          </a:prstGeom>
          <a:noFill/>
          <a:ln/>
        </p:spPr>
        <p:txBody>
          <a:bodyPr wrap="square" lIns="0" tIns="0" rIns="0" bIns="0" rtlCol="0" anchor="ctr"/>
          <a:lstStyle/>
          <a:p>
            <a:pPr indent="0" marL="0">
              <a:buNone/>
            </a:pPr>
            <a:r>
              <a:rPr lang="en-US" sz="1600" b="1" dirty="0">
                <a:solidFill>
                  <a:srgbClr val="172033"/>
                </a:solidFill>
                <a:latin typeface="Microsoft YaHei" pitchFamily="34" charset="0"/>
                <a:ea typeface="Microsoft YaHei" pitchFamily="34" charset="-122"/>
                <a:cs typeface="Microsoft YaHei" pitchFamily="34" charset="-120"/>
              </a:rPr>
              <a:t>写不出第一步</a:t>
            </a:r>
            <a:endParaRPr lang="en-US" sz="1600" dirty="0"/>
          </a:p>
        </p:txBody>
      </p:sp>
      <p:sp>
        <p:nvSpPr>
          <p:cNvPr id="13" name="Text 11"/>
          <p:cNvSpPr/>
          <p:nvPr/>
        </p:nvSpPr>
        <p:spPr>
          <a:xfrm>
            <a:off x="7287768" y="2258568"/>
            <a:ext cx="3246120" cy="292608"/>
          </a:xfrm>
          <a:prstGeom prst="rect">
            <a:avLst/>
          </a:prstGeom>
          <a:noFill/>
          <a:ln/>
        </p:spPr>
        <p:txBody>
          <a:bodyPr wrap="square" lIns="0" tIns="0" rIns="0" bIns="0" rtlCol="0" anchor="ctr">
            <a:normAutofit/>
          </a:bodyPr>
          <a:lstStyle/>
          <a:p>
            <a:pPr indent="0" marL="0">
              <a:buNone/>
            </a:pPr>
            <a:r>
              <a:rPr lang="en-US" sz="1000" dirty="0">
                <a:solidFill>
                  <a:srgbClr val="62718A"/>
                </a:solidFill>
                <a:latin typeface="Microsoft YaHei" pitchFamily="34" charset="0"/>
                <a:ea typeface="Microsoft YaHei" pitchFamily="34" charset="-122"/>
                <a:cs typeface="Microsoft YaHei" pitchFamily="34" charset="-120"/>
              </a:rPr>
              <a:t>语法会背，但无法转成代码结构</a:t>
            </a:r>
            <a:endParaRPr lang="en-US" sz="1000" dirty="0"/>
          </a:p>
        </p:txBody>
      </p:sp>
      <p:sp>
        <p:nvSpPr>
          <p:cNvPr id="14" name="Shape 12"/>
          <p:cNvSpPr/>
          <p:nvPr/>
        </p:nvSpPr>
        <p:spPr>
          <a:xfrm>
            <a:off x="777240" y="3703320"/>
            <a:ext cx="4846320" cy="1572768"/>
          </a:xfrm>
          <a:prstGeom prst="roundRect">
            <a:avLst>
              <a:gd name="adj" fmla="val 4651"/>
            </a:avLst>
          </a:prstGeom>
          <a:solidFill>
            <a:srgbClr val="FFF0F6"/>
          </a:solidFill>
          <a:ln w="8890">
            <a:solidFill>
              <a:srgbClr val="FFFFFF"/>
            </a:solidFill>
            <a:prstDash val="solid"/>
          </a:ln>
          <a:effectLst>
            <a:outerShdw sx="100000" sy="100000" kx="0" ky="0" algn="bl" rotWithShape="0" blurRad="12700" dist="50800" dir="2700000">
              <a:srgbClr val="CBD5E1">
                <a:alpha val="13000"/>
              </a:srgbClr>
            </a:outerShdw>
          </a:effectLst>
        </p:spPr>
      </p:sp>
      <p:sp>
        <p:nvSpPr>
          <p:cNvPr id="15" name="Shape 13"/>
          <p:cNvSpPr/>
          <p:nvPr/>
        </p:nvSpPr>
        <p:spPr>
          <a:xfrm>
            <a:off x="1097280" y="4105656"/>
            <a:ext cx="530352" cy="530352"/>
          </a:xfrm>
          <a:prstGeom prst="ellipse">
            <a:avLst/>
          </a:prstGeom>
          <a:solidFill>
            <a:srgbClr val="E6508A"/>
          </a:solidFill>
          <a:ln w="12700">
            <a:solidFill>
              <a:srgbClr val="E6508A"/>
            </a:solidFill>
            <a:prstDash val="solid"/>
          </a:ln>
        </p:spPr>
      </p:sp>
      <p:sp>
        <p:nvSpPr>
          <p:cNvPr id="16" name="Text 14"/>
          <p:cNvSpPr/>
          <p:nvPr/>
        </p:nvSpPr>
        <p:spPr>
          <a:xfrm>
            <a:off x="1097280" y="4270065"/>
            <a:ext cx="530352" cy="73152"/>
          </a:xfrm>
          <a:prstGeom prst="rect">
            <a:avLst/>
          </a:prstGeom>
          <a:noFill/>
          <a:ln/>
        </p:spPr>
        <p:txBody>
          <a:bodyPr wrap="square" lIns="0" tIns="0" rIns="0" bIns="0" rtlCol="0" anchor="ctr"/>
          <a:lstStyle/>
          <a:p>
            <a:pPr algn="ctr" indent="0" marL="0">
              <a:buNone/>
            </a:pPr>
            <a:r>
              <a:rPr lang="en-US" sz="1000" b="1" dirty="0">
                <a:solidFill>
                  <a:srgbClr val="FFFFFF"/>
                </a:solidFill>
                <a:latin typeface="Microsoft YaHei" pitchFamily="34" charset="0"/>
                <a:ea typeface="Microsoft YaHei" pitchFamily="34" charset="-122"/>
                <a:cs typeface="Microsoft YaHei" pitchFamily="34" charset="-120"/>
              </a:rPr>
              <a:t>3</a:t>
            </a:r>
            <a:endParaRPr lang="en-US" sz="1000" dirty="0"/>
          </a:p>
        </p:txBody>
      </p:sp>
      <p:sp>
        <p:nvSpPr>
          <p:cNvPr id="17" name="Text 15"/>
          <p:cNvSpPr/>
          <p:nvPr/>
        </p:nvSpPr>
        <p:spPr>
          <a:xfrm>
            <a:off x="1828800" y="4087368"/>
            <a:ext cx="3291840" cy="228600"/>
          </a:xfrm>
          <a:prstGeom prst="rect">
            <a:avLst/>
          </a:prstGeom>
          <a:noFill/>
          <a:ln/>
        </p:spPr>
        <p:txBody>
          <a:bodyPr wrap="square" lIns="0" tIns="0" rIns="0" bIns="0" rtlCol="0" anchor="ctr"/>
          <a:lstStyle/>
          <a:p>
            <a:pPr indent="0" marL="0">
              <a:buNone/>
            </a:pPr>
            <a:r>
              <a:rPr lang="en-US" sz="1600" b="1" dirty="0">
                <a:solidFill>
                  <a:srgbClr val="172033"/>
                </a:solidFill>
                <a:latin typeface="Microsoft YaHei" pitchFamily="34" charset="0"/>
                <a:ea typeface="Microsoft YaHei" pitchFamily="34" charset="-122"/>
                <a:cs typeface="Microsoft YaHei" pitchFamily="34" charset="-120"/>
              </a:rPr>
              <a:t>WA 后不知道错因</a:t>
            </a:r>
            <a:endParaRPr lang="en-US" sz="1600" dirty="0"/>
          </a:p>
        </p:txBody>
      </p:sp>
      <p:sp>
        <p:nvSpPr>
          <p:cNvPr id="18" name="Text 16"/>
          <p:cNvSpPr/>
          <p:nvPr/>
        </p:nvSpPr>
        <p:spPr>
          <a:xfrm>
            <a:off x="1828800" y="4544568"/>
            <a:ext cx="3246120" cy="292608"/>
          </a:xfrm>
          <a:prstGeom prst="rect">
            <a:avLst/>
          </a:prstGeom>
          <a:noFill/>
          <a:ln/>
        </p:spPr>
        <p:txBody>
          <a:bodyPr wrap="square" lIns="0" tIns="0" rIns="0" bIns="0" rtlCol="0" anchor="ctr">
            <a:normAutofit/>
          </a:bodyPr>
          <a:lstStyle/>
          <a:p>
            <a:pPr indent="0" marL="0">
              <a:buNone/>
            </a:pPr>
            <a:r>
              <a:rPr lang="en-US" sz="1000" dirty="0">
                <a:solidFill>
                  <a:srgbClr val="62718A"/>
                </a:solidFill>
                <a:latin typeface="Microsoft YaHei" pitchFamily="34" charset="0"/>
                <a:ea typeface="Microsoft YaHei" pitchFamily="34" charset="-122"/>
                <a:cs typeface="Microsoft YaHei" pitchFamily="34" charset="-120"/>
              </a:rPr>
              <a:t>只看到结果码，不知道具体错误模式</a:t>
            </a:r>
            <a:endParaRPr lang="en-US" sz="1000" dirty="0"/>
          </a:p>
        </p:txBody>
      </p:sp>
      <p:sp>
        <p:nvSpPr>
          <p:cNvPr id="19" name="Shape 17"/>
          <p:cNvSpPr/>
          <p:nvPr/>
        </p:nvSpPr>
        <p:spPr>
          <a:xfrm>
            <a:off x="6236208" y="3703320"/>
            <a:ext cx="4846320" cy="1572768"/>
          </a:xfrm>
          <a:prstGeom prst="roundRect">
            <a:avLst>
              <a:gd name="adj" fmla="val 4651"/>
            </a:avLst>
          </a:prstGeom>
          <a:solidFill>
            <a:srgbClr val="FFF8D6"/>
          </a:solidFill>
          <a:ln w="8890">
            <a:solidFill>
              <a:srgbClr val="FFFFFF"/>
            </a:solidFill>
            <a:prstDash val="solid"/>
          </a:ln>
          <a:effectLst>
            <a:outerShdw sx="100000" sy="100000" kx="0" ky="0" algn="bl" rotWithShape="0" blurRad="12700" dist="50800" dir="2700000">
              <a:srgbClr val="CBD5E1">
                <a:alpha val="13000"/>
              </a:srgbClr>
            </a:outerShdw>
          </a:effectLst>
        </p:spPr>
      </p:sp>
      <p:sp>
        <p:nvSpPr>
          <p:cNvPr id="20" name="Shape 18"/>
          <p:cNvSpPr/>
          <p:nvPr/>
        </p:nvSpPr>
        <p:spPr>
          <a:xfrm>
            <a:off x="6556248" y="4105656"/>
            <a:ext cx="530352" cy="530352"/>
          </a:xfrm>
          <a:prstGeom prst="ellipse">
            <a:avLst/>
          </a:prstGeom>
          <a:solidFill>
            <a:srgbClr val="F59E0B"/>
          </a:solidFill>
          <a:ln w="12700">
            <a:solidFill>
              <a:srgbClr val="F59E0B"/>
            </a:solidFill>
            <a:prstDash val="solid"/>
          </a:ln>
        </p:spPr>
      </p:sp>
      <p:sp>
        <p:nvSpPr>
          <p:cNvPr id="21" name="Text 19"/>
          <p:cNvSpPr/>
          <p:nvPr/>
        </p:nvSpPr>
        <p:spPr>
          <a:xfrm>
            <a:off x="6556248" y="4270065"/>
            <a:ext cx="530352" cy="73152"/>
          </a:xfrm>
          <a:prstGeom prst="rect">
            <a:avLst/>
          </a:prstGeom>
          <a:noFill/>
          <a:ln/>
        </p:spPr>
        <p:txBody>
          <a:bodyPr wrap="square" lIns="0" tIns="0" rIns="0" bIns="0" rtlCol="0" anchor="ctr"/>
          <a:lstStyle/>
          <a:p>
            <a:pPr algn="ctr" indent="0" marL="0">
              <a:buNone/>
            </a:pPr>
            <a:r>
              <a:rPr lang="en-US" sz="1000" b="1" dirty="0">
                <a:solidFill>
                  <a:srgbClr val="FFFFFF"/>
                </a:solidFill>
                <a:latin typeface="Microsoft YaHei" pitchFamily="34" charset="0"/>
                <a:ea typeface="Microsoft YaHei" pitchFamily="34" charset="-122"/>
                <a:cs typeface="Microsoft YaHei" pitchFamily="34" charset="-120"/>
              </a:rPr>
              <a:t>4</a:t>
            </a:r>
            <a:endParaRPr lang="en-US" sz="1000" dirty="0"/>
          </a:p>
        </p:txBody>
      </p:sp>
      <p:sp>
        <p:nvSpPr>
          <p:cNvPr id="22" name="Text 20"/>
          <p:cNvSpPr/>
          <p:nvPr/>
        </p:nvSpPr>
        <p:spPr>
          <a:xfrm>
            <a:off x="7287768" y="4087368"/>
            <a:ext cx="3291840" cy="228600"/>
          </a:xfrm>
          <a:prstGeom prst="rect">
            <a:avLst/>
          </a:prstGeom>
          <a:noFill/>
          <a:ln/>
        </p:spPr>
        <p:txBody>
          <a:bodyPr wrap="square" lIns="0" tIns="0" rIns="0" bIns="0" rtlCol="0" anchor="ctr"/>
          <a:lstStyle/>
          <a:p>
            <a:pPr indent="0" marL="0">
              <a:buNone/>
            </a:pPr>
            <a:r>
              <a:rPr lang="en-US" sz="1600" b="1" dirty="0">
                <a:solidFill>
                  <a:srgbClr val="172033"/>
                </a:solidFill>
                <a:latin typeface="Microsoft YaHei" pitchFamily="34" charset="0"/>
                <a:ea typeface="Microsoft YaHei" pitchFamily="34" charset="-122"/>
                <a:cs typeface="Microsoft YaHei" pitchFamily="34" charset="-120"/>
              </a:rPr>
              <a:t>课件难迁移到代码</a:t>
            </a:r>
            <a:endParaRPr lang="en-US" sz="1600" dirty="0"/>
          </a:p>
        </p:txBody>
      </p:sp>
      <p:sp>
        <p:nvSpPr>
          <p:cNvPr id="23" name="Text 21"/>
          <p:cNvSpPr/>
          <p:nvPr/>
        </p:nvSpPr>
        <p:spPr>
          <a:xfrm>
            <a:off x="7287768" y="4544568"/>
            <a:ext cx="3246120" cy="292608"/>
          </a:xfrm>
          <a:prstGeom prst="rect">
            <a:avLst/>
          </a:prstGeom>
          <a:noFill/>
          <a:ln/>
        </p:spPr>
        <p:txBody>
          <a:bodyPr wrap="square" lIns="0" tIns="0" rIns="0" bIns="0" rtlCol="0" anchor="ctr">
            <a:normAutofit/>
          </a:bodyPr>
          <a:lstStyle/>
          <a:p>
            <a:pPr indent="0" marL="0">
              <a:buNone/>
            </a:pPr>
            <a:r>
              <a:rPr lang="en-US" sz="1000" dirty="0">
                <a:solidFill>
                  <a:srgbClr val="62718A"/>
                </a:solidFill>
                <a:latin typeface="Microsoft YaHei" pitchFamily="34" charset="0"/>
                <a:ea typeface="Microsoft YaHei" pitchFamily="34" charset="-122"/>
                <a:cs typeface="Microsoft YaHei" pitchFamily="34" charset="-120"/>
              </a:rPr>
              <a:t>学过概念，却不会在题目里使用</a:t>
            </a:r>
            <a:endParaRPr lang="en-US" sz="1000" dirty="0"/>
          </a:p>
        </p:txBody>
      </p:sp>
      <p:sp>
        <p:nvSpPr>
          <p:cNvPr id="25" name="Slide Number Placeholder 0"/>
          <p:cNvSpPr>
            <a:spLocks noGrp="1"/>
          </p:cNvSpPr>
          <p:nvPr>
            <p:ph type="sldNum" sz="quarter" idx="4294967295"/>
          </p:nvPr>
        </p:nvSpPr>
        <p:spPr>
          <a:xfrm>
            <a:off x="11475720" y="6556248"/>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6B7A90"/>
                </a:solidFill>
                <a:latin typeface="Microsoft YaHei"/>
                <a:ea typeface="Microsoft YaHei"/>
                <a:cs typeface="Microsoft YaHei"/>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AFC"/>
        </a:solidFill>
      </p:bgPr>
    </p:bg>
    <p:spTree>
      <p:nvGrpSpPr>
        <p:cNvPr id="1" name=""/>
        <p:cNvGrpSpPr/>
        <p:nvPr/>
      </p:nvGrpSpPr>
      <p:grpSpPr>
        <a:xfrm>
          <a:off x="0" y="0"/>
          <a:ext cx="0" cy="0"/>
          <a:chOff x="0" y="0"/>
          <a:chExt cx="0" cy="0"/>
        </a:xfrm>
      </p:grpSpPr>
      <p:sp>
        <p:nvSpPr>
          <p:cNvPr id="2" name="Text 0"/>
          <p:cNvSpPr/>
          <p:nvPr/>
        </p:nvSpPr>
        <p:spPr>
          <a:xfrm>
            <a:off x="566928" y="338328"/>
            <a:ext cx="2926080" cy="182880"/>
          </a:xfrm>
          <a:prstGeom prst="rect">
            <a:avLst/>
          </a:prstGeom>
          <a:noFill/>
          <a:ln/>
        </p:spPr>
        <p:txBody>
          <a:bodyPr wrap="square" lIns="0" tIns="0" rIns="0" bIns="0" rtlCol="0" anchor="ctr"/>
          <a:lstStyle/>
          <a:p>
            <a:pPr indent="0" marL="0">
              <a:buNone/>
            </a:pPr>
            <a:r>
              <a:rPr lang="en-US" sz="800" b="1" dirty="0">
                <a:solidFill>
                  <a:srgbClr val="0F9BA8"/>
                </a:solidFill>
                <a:latin typeface="Microsoft YaHei" pitchFamily="34" charset="0"/>
                <a:ea typeface="Microsoft YaHei" pitchFamily="34" charset="-122"/>
                <a:cs typeface="Microsoft YaHei" pitchFamily="34" charset="-120"/>
              </a:rPr>
              <a:t>COMPARISON</a:t>
            </a:r>
            <a:endParaRPr lang="en-US" sz="800" dirty="0"/>
          </a:p>
        </p:txBody>
      </p:sp>
      <p:sp>
        <p:nvSpPr>
          <p:cNvPr id="3" name="Text 1"/>
          <p:cNvSpPr/>
          <p:nvPr/>
        </p:nvSpPr>
        <p:spPr>
          <a:xfrm>
            <a:off x="566928" y="566928"/>
            <a:ext cx="8229600" cy="438912"/>
          </a:xfrm>
          <a:prstGeom prst="rect">
            <a:avLst/>
          </a:prstGeom>
          <a:noFill/>
          <a:ln/>
        </p:spPr>
        <p:txBody>
          <a:bodyPr wrap="square" lIns="0" tIns="0" rIns="0" bIns="0" rtlCol="0" anchor="ctr">
            <a:normAutofit/>
          </a:bodyPr>
          <a:lstStyle/>
          <a:p>
            <a:pPr indent="0" marL="0">
              <a:buNone/>
            </a:pPr>
            <a:r>
              <a:rPr lang="en-US" sz="2300" b="1" dirty="0">
                <a:solidFill>
                  <a:srgbClr val="172033"/>
                </a:solidFill>
                <a:latin typeface="Microsoft YaHei" pitchFamily="34" charset="0"/>
                <a:ea typeface="Microsoft YaHei" pitchFamily="34" charset="-122"/>
                <a:cs typeface="Microsoft YaHei" pitchFamily="34" charset="-120"/>
              </a:rPr>
              <a:t>同类方案不足</a:t>
            </a:r>
            <a:endParaRPr lang="en-US" sz="2300" dirty="0"/>
          </a:p>
        </p:txBody>
      </p:sp>
      <p:sp>
        <p:nvSpPr>
          <p:cNvPr id="4" name="Shape 2"/>
          <p:cNvSpPr/>
          <p:nvPr/>
        </p:nvSpPr>
        <p:spPr>
          <a:xfrm>
            <a:off x="713232" y="1444752"/>
            <a:ext cx="3246120" cy="3520440"/>
          </a:xfrm>
          <a:prstGeom prst="roundRect">
            <a:avLst>
              <a:gd name="adj" fmla="val 2254"/>
            </a:avLst>
          </a:prstGeom>
          <a:solidFill>
            <a:srgbClr val="FFFFFF"/>
          </a:solidFill>
          <a:ln w="8890">
            <a:solidFill>
              <a:srgbClr val="DDE6EF"/>
            </a:solidFill>
            <a:prstDash val="solid"/>
          </a:ln>
          <a:effectLst>
            <a:outerShdw sx="100000" sy="100000" kx="0" ky="0" algn="bl" rotWithShape="0" blurRad="12700" dist="50800" dir="2700000">
              <a:srgbClr val="CBD5E1">
                <a:alpha val="13000"/>
              </a:srgbClr>
            </a:outerShdw>
          </a:effectLst>
        </p:spPr>
      </p:sp>
      <p:sp>
        <p:nvSpPr>
          <p:cNvPr id="5" name="Shape 3"/>
          <p:cNvSpPr/>
          <p:nvPr/>
        </p:nvSpPr>
        <p:spPr>
          <a:xfrm>
            <a:off x="713232" y="1444752"/>
            <a:ext cx="3246120" cy="658368"/>
          </a:xfrm>
          <a:prstGeom prst="rect">
            <a:avLst/>
          </a:prstGeom>
          <a:solidFill>
            <a:srgbClr val="2563EB"/>
          </a:solidFill>
          <a:ln w="12700">
            <a:solidFill>
              <a:srgbClr val="2563EB"/>
            </a:solidFill>
            <a:prstDash val="solid"/>
          </a:ln>
        </p:spPr>
      </p:sp>
      <p:sp>
        <p:nvSpPr>
          <p:cNvPr id="6" name="Text 4"/>
          <p:cNvSpPr/>
          <p:nvPr/>
        </p:nvSpPr>
        <p:spPr>
          <a:xfrm>
            <a:off x="914400" y="1673352"/>
            <a:ext cx="2834640" cy="146304"/>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传统 OJ</a:t>
            </a:r>
            <a:endParaRPr lang="en-US" sz="1300" dirty="0"/>
          </a:p>
        </p:txBody>
      </p:sp>
      <p:sp>
        <p:nvSpPr>
          <p:cNvPr id="7" name="Text 5"/>
          <p:cNvSpPr/>
          <p:nvPr/>
        </p:nvSpPr>
        <p:spPr>
          <a:xfrm>
            <a:off x="1033272" y="2423160"/>
            <a:ext cx="2606040" cy="201168"/>
          </a:xfrm>
          <a:prstGeom prst="rect">
            <a:avLst/>
          </a:prstGeom>
          <a:noFill/>
          <a:ln/>
        </p:spPr>
        <p:txBody>
          <a:bodyPr wrap="square" lIns="0" tIns="0" rIns="0" bIns="0" rtlCol="0" anchor="ctr"/>
          <a:lstStyle/>
          <a:p>
            <a:pPr algn="ctr" indent="0" marL="0">
              <a:buNone/>
            </a:pPr>
            <a:r>
              <a:rPr lang="en-US" sz="1400" b="1" dirty="0">
                <a:solidFill>
                  <a:srgbClr val="172033"/>
                </a:solidFill>
                <a:latin typeface="Microsoft YaHei" pitchFamily="34" charset="0"/>
                <a:ea typeface="Microsoft YaHei" pitchFamily="34" charset="-122"/>
                <a:cs typeface="Microsoft YaHei" pitchFamily="34" charset="-120"/>
              </a:rPr>
              <a:t>判题稳定</a:t>
            </a:r>
            <a:endParaRPr lang="en-US" sz="1400" dirty="0"/>
          </a:p>
        </p:txBody>
      </p:sp>
      <p:sp>
        <p:nvSpPr>
          <p:cNvPr id="8" name="Text 6"/>
          <p:cNvSpPr/>
          <p:nvPr/>
        </p:nvSpPr>
        <p:spPr>
          <a:xfrm>
            <a:off x="1124712" y="3090672"/>
            <a:ext cx="2423160" cy="512064"/>
          </a:xfrm>
          <a:prstGeom prst="rect">
            <a:avLst/>
          </a:prstGeom>
          <a:noFill/>
          <a:ln/>
        </p:spPr>
        <p:txBody>
          <a:bodyPr wrap="square" lIns="0" tIns="0" rIns="0" bIns="0" rtlCol="0" anchor="ctr">
            <a:normAutofit/>
          </a:bodyPr>
          <a:lstStyle/>
          <a:p>
            <a:pPr algn="ctr" indent="0" marL="0">
              <a:buNone/>
            </a:pPr>
            <a:r>
              <a:rPr lang="en-US" sz="1020" dirty="0">
                <a:solidFill>
                  <a:srgbClr val="62718A"/>
                </a:solidFill>
                <a:latin typeface="Microsoft YaHei" pitchFamily="34" charset="0"/>
                <a:ea typeface="Microsoft YaHei" pitchFamily="34" charset="-122"/>
                <a:cs typeface="Microsoft YaHei" pitchFamily="34" charset="-120"/>
              </a:rPr>
              <a:t>只给 AC/WA/TLE，缺少过程性教学反馈</a:t>
            </a:r>
            <a:endParaRPr lang="en-US" sz="1020" dirty="0"/>
          </a:p>
        </p:txBody>
      </p:sp>
      <p:sp>
        <p:nvSpPr>
          <p:cNvPr id="9" name="Shape 7"/>
          <p:cNvSpPr/>
          <p:nvPr/>
        </p:nvSpPr>
        <p:spPr>
          <a:xfrm>
            <a:off x="1152144" y="4187952"/>
            <a:ext cx="2359152" cy="384048"/>
          </a:xfrm>
          <a:prstGeom prst="roundRect">
            <a:avLst>
              <a:gd name="adj" fmla="val 9524"/>
            </a:avLst>
          </a:prstGeom>
          <a:solidFill>
            <a:srgbClr val="FFF1F2"/>
          </a:solidFill>
          <a:ln w="12700">
            <a:solidFill>
              <a:srgbClr val="FECACA"/>
            </a:solidFill>
            <a:prstDash val="solid"/>
          </a:ln>
        </p:spPr>
      </p:sp>
      <p:sp>
        <p:nvSpPr>
          <p:cNvPr id="10" name="Text 8"/>
          <p:cNvSpPr/>
          <p:nvPr/>
        </p:nvSpPr>
        <p:spPr>
          <a:xfrm>
            <a:off x="1188720" y="4315968"/>
            <a:ext cx="2286000" cy="82296"/>
          </a:xfrm>
          <a:prstGeom prst="rect">
            <a:avLst/>
          </a:prstGeom>
          <a:noFill/>
          <a:ln/>
        </p:spPr>
        <p:txBody>
          <a:bodyPr wrap="square" lIns="0" tIns="0" rIns="0" bIns="0" rtlCol="0" anchor="ctr"/>
          <a:lstStyle/>
          <a:p>
            <a:pPr algn="ctr" indent="0" marL="0">
              <a:buNone/>
            </a:pPr>
            <a:r>
              <a:rPr lang="en-US" sz="850" b="1" dirty="0">
                <a:solidFill>
                  <a:srgbClr val="B91C1C"/>
                </a:solidFill>
                <a:latin typeface="Microsoft YaHei" pitchFamily="34" charset="0"/>
                <a:ea typeface="Microsoft YaHei" pitchFamily="34" charset="-122"/>
                <a:cs typeface="Microsoft YaHei" pitchFamily="34" charset="-120"/>
              </a:rPr>
              <a:t>不能形成完整教学闭环</a:t>
            </a:r>
            <a:endParaRPr lang="en-US" sz="850" dirty="0"/>
          </a:p>
        </p:txBody>
      </p:sp>
      <p:sp>
        <p:nvSpPr>
          <p:cNvPr id="11" name="Shape 9"/>
          <p:cNvSpPr/>
          <p:nvPr/>
        </p:nvSpPr>
        <p:spPr>
          <a:xfrm>
            <a:off x="4517136" y="1444752"/>
            <a:ext cx="3246120" cy="3520440"/>
          </a:xfrm>
          <a:prstGeom prst="roundRect">
            <a:avLst>
              <a:gd name="adj" fmla="val 2254"/>
            </a:avLst>
          </a:prstGeom>
          <a:solidFill>
            <a:srgbClr val="FFFFFF"/>
          </a:solidFill>
          <a:ln w="8890">
            <a:solidFill>
              <a:srgbClr val="DDE6EF"/>
            </a:solidFill>
            <a:prstDash val="solid"/>
          </a:ln>
          <a:effectLst>
            <a:outerShdw sx="100000" sy="100000" kx="0" ky="0" algn="bl" rotWithShape="0" blurRad="12700" dist="50800" dir="2700000">
              <a:srgbClr val="CBD5E1">
                <a:alpha val="13000"/>
              </a:srgbClr>
            </a:outerShdw>
          </a:effectLst>
        </p:spPr>
      </p:sp>
      <p:sp>
        <p:nvSpPr>
          <p:cNvPr id="12" name="Shape 10"/>
          <p:cNvSpPr/>
          <p:nvPr/>
        </p:nvSpPr>
        <p:spPr>
          <a:xfrm>
            <a:off x="4517136" y="1444752"/>
            <a:ext cx="3246120" cy="658368"/>
          </a:xfrm>
          <a:prstGeom prst="rect">
            <a:avLst/>
          </a:prstGeom>
          <a:solidFill>
            <a:srgbClr val="E6508A"/>
          </a:solidFill>
          <a:ln w="12700">
            <a:solidFill>
              <a:srgbClr val="E6508A"/>
            </a:solidFill>
            <a:prstDash val="solid"/>
          </a:ln>
        </p:spPr>
      </p:sp>
      <p:sp>
        <p:nvSpPr>
          <p:cNvPr id="13" name="Text 11"/>
          <p:cNvSpPr/>
          <p:nvPr/>
        </p:nvSpPr>
        <p:spPr>
          <a:xfrm>
            <a:off x="4718304" y="1673352"/>
            <a:ext cx="2834640" cy="146304"/>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通用 AI 聊天</a:t>
            </a:r>
            <a:endParaRPr lang="en-US" sz="1300" dirty="0"/>
          </a:p>
        </p:txBody>
      </p:sp>
      <p:sp>
        <p:nvSpPr>
          <p:cNvPr id="14" name="Text 12"/>
          <p:cNvSpPr/>
          <p:nvPr/>
        </p:nvSpPr>
        <p:spPr>
          <a:xfrm>
            <a:off x="4837176" y="2423160"/>
            <a:ext cx="2606040" cy="201168"/>
          </a:xfrm>
          <a:prstGeom prst="rect">
            <a:avLst/>
          </a:prstGeom>
          <a:noFill/>
          <a:ln/>
        </p:spPr>
        <p:txBody>
          <a:bodyPr wrap="square" lIns="0" tIns="0" rIns="0" bIns="0" rtlCol="0" anchor="ctr"/>
          <a:lstStyle/>
          <a:p>
            <a:pPr algn="ctr" indent="0" marL="0">
              <a:buNone/>
            </a:pPr>
            <a:r>
              <a:rPr lang="en-US" sz="1400" b="1" dirty="0">
                <a:solidFill>
                  <a:srgbClr val="172033"/>
                </a:solidFill>
                <a:latin typeface="Microsoft YaHei" pitchFamily="34" charset="0"/>
                <a:ea typeface="Microsoft YaHei" pitchFamily="34" charset="-122"/>
                <a:cs typeface="Microsoft YaHei" pitchFamily="34" charset="-120"/>
              </a:rPr>
              <a:t>回答能力强</a:t>
            </a:r>
            <a:endParaRPr lang="en-US" sz="1400" dirty="0"/>
          </a:p>
        </p:txBody>
      </p:sp>
      <p:sp>
        <p:nvSpPr>
          <p:cNvPr id="15" name="Text 13"/>
          <p:cNvSpPr/>
          <p:nvPr/>
        </p:nvSpPr>
        <p:spPr>
          <a:xfrm>
            <a:off x="4928616" y="3090672"/>
            <a:ext cx="2423160" cy="512064"/>
          </a:xfrm>
          <a:prstGeom prst="rect">
            <a:avLst/>
          </a:prstGeom>
          <a:noFill/>
          <a:ln/>
        </p:spPr>
        <p:txBody>
          <a:bodyPr wrap="square" lIns="0" tIns="0" rIns="0" bIns="0" rtlCol="0" anchor="ctr">
            <a:normAutofit/>
          </a:bodyPr>
          <a:lstStyle/>
          <a:p>
            <a:pPr algn="ctr" indent="0" marL="0">
              <a:buNone/>
            </a:pPr>
            <a:r>
              <a:rPr lang="en-US" sz="1020" dirty="0">
                <a:solidFill>
                  <a:srgbClr val="62718A"/>
                </a:solidFill>
                <a:latin typeface="Microsoft YaHei" pitchFamily="34" charset="0"/>
                <a:ea typeface="Microsoft YaHei" pitchFamily="34" charset="-122"/>
                <a:cs typeface="Microsoft YaHei" pitchFamily="34" charset="-120"/>
              </a:rPr>
              <a:t>脱离题目、阶段和历史错误上下文</a:t>
            </a:r>
            <a:endParaRPr lang="en-US" sz="1020" dirty="0"/>
          </a:p>
        </p:txBody>
      </p:sp>
      <p:sp>
        <p:nvSpPr>
          <p:cNvPr id="16" name="Shape 14"/>
          <p:cNvSpPr/>
          <p:nvPr/>
        </p:nvSpPr>
        <p:spPr>
          <a:xfrm>
            <a:off x="4956048" y="4187952"/>
            <a:ext cx="2359152" cy="384048"/>
          </a:xfrm>
          <a:prstGeom prst="roundRect">
            <a:avLst>
              <a:gd name="adj" fmla="val 9524"/>
            </a:avLst>
          </a:prstGeom>
          <a:solidFill>
            <a:srgbClr val="FFF1F2"/>
          </a:solidFill>
          <a:ln w="12700">
            <a:solidFill>
              <a:srgbClr val="FECACA"/>
            </a:solidFill>
            <a:prstDash val="solid"/>
          </a:ln>
        </p:spPr>
      </p:sp>
      <p:sp>
        <p:nvSpPr>
          <p:cNvPr id="17" name="Text 15"/>
          <p:cNvSpPr/>
          <p:nvPr/>
        </p:nvSpPr>
        <p:spPr>
          <a:xfrm>
            <a:off x="4992624" y="4315968"/>
            <a:ext cx="2286000" cy="82296"/>
          </a:xfrm>
          <a:prstGeom prst="rect">
            <a:avLst/>
          </a:prstGeom>
          <a:noFill/>
          <a:ln/>
        </p:spPr>
        <p:txBody>
          <a:bodyPr wrap="square" lIns="0" tIns="0" rIns="0" bIns="0" rtlCol="0" anchor="ctr"/>
          <a:lstStyle/>
          <a:p>
            <a:pPr algn="ctr" indent="0" marL="0">
              <a:buNone/>
            </a:pPr>
            <a:r>
              <a:rPr lang="en-US" sz="850" b="1" dirty="0">
                <a:solidFill>
                  <a:srgbClr val="B91C1C"/>
                </a:solidFill>
                <a:latin typeface="Microsoft YaHei" pitchFamily="34" charset="0"/>
                <a:ea typeface="Microsoft YaHei" pitchFamily="34" charset="-122"/>
                <a:cs typeface="Microsoft YaHei" pitchFamily="34" charset="-120"/>
              </a:rPr>
              <a:t>不能形成完整教学闭环</a:t>
            </a:r>
            <a:endParaRPr lang="en-US" sz="850" dirty="0"/>
          </a:p>
        </p:txBody>
      </p:sp>
      <p:sp>
        <p:nvSpPr>
          <p:cNvPr id="18" name="Shape 16"/>
          <p:cNvSpPr/>
          <p:nvPr/>
        </p:nvSpPr>
        <p:spPr>
          <a:xfrm>
            <a:off x="8321040" y="1444752"/>
            <a:ext cx="3246120" cy="3520440"/>
          </a:xfrm>
          <a:prstGeom prst="roundRect">
            <a:avLst>
              <a:gd name="adj" fmla="val 2254"/>
            </a:avLst>
          </a:prstGeom>
          <a:solidFill>
            <a:srgbClr val="FFFFFF"/>
          </a:solidFill>
          <a:ln w="8890">
            <a:solidFill>
              <a:srgbClr val="DDE6EF"/>
            </a:solidFill>
            <a:prstDash val="solid"/>
          </a:ln>
          <a:effectLst>
            <a:outerShdw sx="100000" sy="100000" kx="0" ky="0" algn="bl" rotWithShape="0" blurRad="12700" dist="50800" dir="2700000">
              <a:srgbClr val="CBD5E1">
                <a:alpha val="13000"/>
              </a:srgbClr>
            </a:outerShdw>
          </a:effectLst>
        </p:spPr>
      </p:sp>
      <p:sp>
        <p:nvSpPr>
          <p:cNvPr id="19" name="Shape 17"/>
          <p:cNvSpPr/>
          <p:nvPr/>
        </p:nvSpPr>
        <p:spPr>
          <a:xfrm>
            <a:off x="8321040" y="1444752"/>
            <a:ext cx="3246120" cy="658368"/>
          </a:xfrm>
          <a:prstGeom prst="rect">
            <a:avLst/>
          </a:prstGeom>
          <a:solidFill>
            <a:srgbClr val="0F9BA8"/>
          </a:solidFill>
          <a:ln w="12700">
            <a:solidFill>
              <a:srgbClr val="0F9BA8"/>
            </a:solidFill>
            <a:prstDash val="solid"/>
          </a:ln>
        </p:spPr>
      </p:sp>
      <p:sp>
        <p:nvSpPr>
          <p:cNvPr id="20" name="Text 18"/>
          <p:cNvSpPr/>
          <p:nvPr/>
        </p:nvSpPr>
        <p:spPr>
          <a:xfrm>
            <a:off x="8522208" y="1673352"/>
            <a:ext cx="2834640" cy="146304"/>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OJ + 聊天框</a:t>
            </a:r>
            <a:endParaRPr lang="en-US" sz="1300" dirty="0"/>
          </a:p>
        </p:txBody>
      </p:sp>
      <p:sp>
        <p:nvSpPr>
          <p:cNvPr id="21" name="Text 19"/>
          <p:cNvSpPr/>
          <p:nvPr/>
        </p:nvSpPr>
        <p:spPr>
          <a:xfrm>
            <a:off x="8641080" y="2423160"/>
            <a:ext cx="2606040" cy="201168"/>
          </a:xfrm>
          <a:prstGeom prst="rect">
            <a:avLst/>
          </a:prstGeom>
          <a:noFill/>
          <a:ln/>
        </p:spPr>
        <p:txBody>
          <a:bodyPr wrap="square" lIns="0" tIns="0" rIns="0" bIns="0" rtlCol="0" anchor="ctr"/>
          <a:lstStyle/>
          <a:p>
            <a:pPr algn="ctr" indent="0" marL="0">
              <a:buNone/>
            </a:pPr>
            <a:r>
              <a:rPr lang="en-US" sz="1400" b="1" dirty="0">
                <a:solidFill>
                  <a:srgbClr val="172033"/>
                </a:solidFill>
                <a:latin typeface="Microsoft YaHei" pitchFamily="34" charset="0"/>
                <a:ea typeface="Microsoft YaHei" pitchFamily="34" charset="-122"/>
                <a:cs typeface="Microsoft YaHei" pitchFamily="34" charset="-120"/>
              </a:rPr>
              <a:t>集成成本低</a:t>
            </a:r>
            <a:endParaRPr lang="en-US" sz="1400" dirty="0"/>
          </a:p>
        </p:txBody>
      </p:sp>
      <p:sp>
        <p:nvSpPr>
          <p:cNvPr id="22" name="Text 20"/>
          <p:cNvSpPr/>
          <p:nvPr/>
        </p:nvSpPr>
        <p:spPr>
          <a:xfrm>
            <a:off x="8732520" y="3090672"/>
            <a:ext cx="2423160" cy="512064"/>
          </a:xfrm>
          <a:prstGeom prst="rect">
            <a:avLst/>
          </a:prstGeom>
          <a:noFill/>
          <a:ln/>
        </p:spPr>
        <p:txBody>
          <a:bodyPr wrap="square" lIns="0" tIns="0" rIns="0" bIns="0" rtlCol="0" anchor="ctr">
            <a:normAutofit/>
          </a:bodyPr>
          <a:lstStyle/>
          <a:p>
            <a:pPr algn="ctr" indent="0" marL="0">
              <a:buNone/>
            </a:pPr>
            <a:r>
              <a:rPr lang="en-US" sz="1020" dirty="0">
                <a:solidFill>
                  <a:srgbClr val="62718A"/>
                </a:solidFill>
                <a:latin typeface="Microsoft YaHei" pitchFamily="34" charset="0"/>
                <a:ea typeface="Microsoft YaHei" pitchFamily="34" charset="-122"/>
                <a:cs typeface="Microsoft YaHei" pitchFamily="34" charset="-120"/>
              </a:rPr>
              <a:t>两个系统拼接，诊断数据难闭环</a:t>
            </a:r>
            <a:endParaRPr lang="en-US" sz="1020" dirty="0"/>
          </a:p>
        </p:txBody>
      </p:sp>
      <p:sp>
        <p:nvSpPr>
          <p:cNvPr id="23" name="Shape 21"/>
          <p:cNvSpPr/>
          <p:nvPr/>
        </p:nvSpPr>
        <p:spPr>
          <a:xfrm>
            <a:off x="8759952" y="4187952"/>
            <a:ext cx="2359152" cy="384048"/>
          </a:xfrm>
          <a:prstGeom prst="roundRect">
            <a:avLst>
              <a:gd name="adj" fmla="val 9524"/>
            </a:avLst>
          </a:prstGeom>
          <a:solidFill>
            <a:srgbClr val="FFF1F2"/>
          </a:solidFill>
          <a:ln w="12700">
            <a:solidFill>
              <a:srgbClr val="FECACA"/>
            </a:solidFill>
            <a:prstDash val="solid"/>
          </a:ln>
        </p:spPr>
      </p:sp>
      <p:sp>
        <p:nvSpPr>
          <p:cNvPr id="24" name="Text 22"/>
          <p:cNvSpPr/>
          <p:nvPr/>
        </p:nvSpPr>
        <p:spPr>
          <a:xfrm>
            <a:off x="8796528" y="4315968"/>
            <a:ext cx="2286000" cy="82296"/>
          </a:xfrm>
          <a:prstGeom prst="rect">
            <a:avLst/>
          </a:prstGeom>
          <a:noFill/>
          <a:ln/>
        </p:spPr>
        <p:txBody>
          <a:bodyPr wrap="square" lIns="0" tIns="0" rIns="0" bIns="0" rtlCol="0" anchor="ctr"/>
          <a:lstStyle/>
          <a:p>
            <a:pPr algn="ctr" indent="0" marL="0">
              <a:buNone/>
            </a:pPr>
            <a:r>
              <a:rPr lang="en-US" sz="850" b="1" dirty="0">
                <a:solidFill>
                  <a:srgbClr val="B91C1C"/>
                </a:solidFill>
                <a:latin typeface="Microsoft YaHei" pitchFamily="34" charset="0"/>
                <a:ea typeface="Microsoft YaHei" pitchFamily="34" charset="-122"/>
                <a:cs typeface="Microsoft YaHei" pitchFamily="34" charset="-120"/>
              </a:rPr>
              <a:t>不能形成完整教学闭环</a:t>
            </a:r>
            <a:endParaRPr lang="en-US" sz="850" dirty="0"/>
          </a:p>
        </p:txBody>
      </p:sp>
      <p:sp>
        <p:nvSpPr>
          <p:cNvPr id="25" name="Slide Number Placeholder 0"/>
          <p:cNvSpPr>
            <a:spLocks noGrp="1"/>
          </p:cNvSpPr>
          <p:nvPr>
            <p:ph type="sldNum" sz="quarter" idx="4294967295"/>
          </p:nvPr>
        </p:nvSpPr>
        <p:spPr>
          <a:xfrm>
            <a:off x="11475720" y="6556248"/>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6B7A90"/>
                </a:solidFill>
                <a:latin typeface="Microsoft YaHei"/>
                <a:ea typeface="Microsoft YaHei"/>
                <a:cs typeface="Microsoft YaHei"/>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AFC"/>
        </a:solidFill>
      </p:bgPr>
    </p:bg>
    <p:spTree>
      <p:nvGrpSpPr>
        <p:cNvPr id="1" name=""/>
        <p:cNvGrpSpPr/>
        <p:nvPr/>
      </p:nvGrpSpPr>
      <p:grpSpPr>
        <a:xfrm>
          <a:off x="0" y="0"/>
          <a:ext cx="0" cy="0"/>
          <a:chOff x="0" y="0"/>
          <a:chExt cx="0" cy="0"/>
        </a:xfrm>
      </p:grpSpPr>
      <p:sp>
        <p:nvSpPr>
          <p:cNvPr id="2" name="Text 0"/>
          <p:cNvSpPr/>
          <p:nvPr/>
        </p:nvSpPr>
        <p:spPr>
          <a:xfrm>
            <a:off x="566928" y="338328"/>
            <a:ext cx="2926080" cy="182880"/>
          </a:xfrm>
          <a:prstGeom prst="rect">
            <a:avLst/>
          </a:prstGeom>
          <a:noFill/>
          <a:ln/>
        </p:spPr>
        <p:txBody>
          <a:bodyPr wrap="square" lIns="0" tIns="0" rIns="0" bIns="0" rtlCol="0" anchor="ctr"/>
          <a:lstStyle/>
          <a:p>
            <a:pPr indent="0" marL="0">
              <a:buNone/>
            </a:pPr>
            <a:r>
              <a:rPr lang="en-US" sz="800" b="1" dirty="0">
                <a:solidFill>
                  <a:srgbClr val="0F9BA8"/>
                </a:solidFill>
                <a:latin typeface="Microsoft YaHei" pitchFamily="34" charset="0"/>
                <a:ea typeface="Microsoft YaHei" pitchFamily="34" charset="-122"/>
                <a:cs typeface="Microsoft YaHei" pitchFamily="34" charset="-120"/>
              </a:rPr>
              <a:t>POSITIONING</a:t>
            </a:r>
            <a:endParaRPr lang="en-US" sz="800" dirty="0"/>
          </a:p>
        </p:txBody>
      </p:sp>
      <p:sp>
        <p:nvSpPr>
          <p:cNvPr id="3" name="Text 1"/>
          <p:cNvSpPr/>
          <p:nvPr/>
        </p:nvSpPr>
        <p:spPr>
          <a:xfrm>
            <a:off x="566928" y="566928"/>
            <a:ext cx="8229600" cy="438912"/>
          </a:xfrm>
          <a:prstGeom prst="rect">
            <a:avLst/>
          </a:prstGeom>
          <a:noFill/>
          <a:ln/>
        </p:spPr>
        <p:txBody>
          <a:bodyPr wrap="square" lIns="0" tIns="0" rIns="0" bIns="0" rtlCol="0" anchor="ctr">
            <a:normAutofit/>
          </a:bodyPr>
          <a:lstStyle/>
          <a:p>
            <a:pPr indent="0" marL="0">
              <a:buNone/>
            </a:pPr>
            <a:r>
              <a:rPr lang="en-US" sz="2300" b="1" dirty="0">
                <a:solidFill>
                  <a:srgbClr val="172033"/>
                </a:solidFill>
                <a:latin typeface="Microsoft YaHei" pitchFamily="34" charset="0"/>
                <a:ea typeface="Microsoft YaHei" pitchFamily="34" charset="-122"/>
                <a:cs typeface="Microsoft YaHei" pitchFamily="34" charset="-120"/>
              </a:rPr>
              <a:t>我们的定位</a:t>
            </a:r>
            <a:endParaRPr lang="en-US" sz="2300" dirty="0"/>
          </a:p>
        </p:txBody>
      </p:sp>
      <p:sp>
        <p:nvSpPr>
          <p:cNvPr id="4" name="Text 2"/>
          <p:cNvSpPr/>
          <p:nvPr/>
        </p:nvSpPr>
        <p:spPr>
          <a:xfrm>
            <a:off x="731520" y="1261872"/>
            <a:ext cx="5303520" cy="329184"/>
          </a:xfrm>
          <a:prstGeom prst="rect">
            <a:avLst/>
          </a:prstGeom>
          <a:noFill/>
          <a:ln/>
        </p:spPr>
        <p:txBody>
          <a:bodyPr wrap="square" lIns="0" tIns="0" rIns="0" bIns="0" rtlCol="0" anchor="ctr">
            <a:normAutofit/>
          </a:bodyPr>
          <a:lstStyle/>
          <a:p>
            <a:pPr indent="0" marL="0">
              <a:buNone/>
            </a:pPr>
            <a:r>
              <a:rPr lang="en-US" sz="1550" b="1" dirty="0">
                <a:solidFill>
                  <a:srgbClr val="172033"/>
                </a:solidFill>
                <a:latin typeface="Microsoft YaHei" pitchFamily="34" charset="0"/>
                <a:ea typeface="Microsoft YaHei" pitchFamily="34" charset="-122"/>
                <a:cs typeface="Microsoft YaHei" pitchFamily="34" charset="-120"/>
              </a:rPr>
              <a:t>不是工具拼接，而是面向语言初学者的教学闭环平台。</a:t>
            </a:r>
            <a:endParaRPr lang="en-US" sz="1550" dirty="0"/>
          </a:p>
        </p:txBody>
      </p:sp>
      <p:sp>
        <p:nvSpPr>
          <p:cNvPr id="5" name="Shape 3"/>
          <p:cNvSpPr/>
          <p:nvPr/>
        </p:nvSpPr>
        <p:spPr>
          <a:xfrm>
            <a:off x="868680" y="2240280"/>
            <a:ext cx="1097280" cy="1097280"/>
          </a:xfrm>
          <a:prstGeom prst="ellipse">
            <a:avLst/>
          </a:prstGeom>
          <a:solidFill>
            <a:srgbClr val="0F9BA8"/>
          </a:solidFill>
          <a:ln w="12700">
            <a:solidFill>
              <a:srgbClr val="0F9BA8"/>
            </a:solidFill>
            <a:prstDash val="solid"/>
          </a:ln>
        </p:spPr>
      </p:sp>
      <p:sp>
        <p:nvSpPr>
          <p:cNvPr id="6" name="Text 4"/>
          <p:cNvSpPr/>
          <p:nvPr/>
        </p:nvSpPr>
        <p:spPr>
          <a:xfrm>
            <a:off x="868680" y="2578608"/>
            <a:ext cx="1097280" cy="219456"/>
          </a:xfrm>
          <a:prstGeom prst="rect">
            <a:avLst/>
          </a:prstGeom>
          <a:noFill/>
          <a:ln/>
        </p:spPr>
        <p:txBody>
          <a:bodyPr wrap="square" lIns="0" tIns="0" rIns="0" bIns="0" rtlCol="0" anchor="ctr"/>
          <a:lstStyle/>
          <a:p>
            <a:pPr algn="ctr" indent="0" marL="0">
              <a:buNone/>
            </a:pPr>
            <a:r>
              <a:rPr lang="en-US" sz="2200" b="1" dirty="0">
                <a:solidFill>
                  <a:srgbClr val="FFFFFF"/>
                </a:solidFill>
                <a:latin typeface="Microsoft YaHei" pitchFamily="34" charset="0"/>
                <a:ea typeface="Microsoft YaHei" pitchFamily="34" charset="-122"/>
                <a:cs typeface="Microsoft YaHei" pitchFamily="34" charset="-120"/>
              </a:rPr>
              <a:t>学</a:t>
            </a:r>
            <a:endParaRPr lang="en-US" sz="2200" dirty="0"/>
          </a:p>
        </p:txBody>
      </p:sp>
      <p:sp>
        <p:nvSpPr>
          <p:cNvPr id="7" name="Text 5"/>
          <p:cNvSpPr/>
          <p:nvPr/>
        </p:nvSpPr>
        <p:spPr>
          <a:xfrm>
            <a:off x="640080" y="3566160"/>
            <a:ext cx="1554480" cy="182880"/>
          </a:xfrm>
          <a:prstGeom prst="rect">
            <a:avLst/>
          </a:prstGeom>
          <a:noFill/>
          <a:ln/>
        </p:spPr>
        <p:txBody>
          <a:bodyPr wrap="square" lIns="0" tIns="0" rIns="0" bIns="0" rtlCol="0" anchor="ctr"/>
          <a:lstStyle/>
          <a:p>
            <a:pPr algn="ctr" indent="0" marL="0">
              <a:buNone/>
            </a:pPr>
            <a:r>
              <a:rPr lang="en-US" sz="1150" b="1" dirty="0">
                <a:solidFill>
                  <a:srgbClr val="172033"/>
                </a:solidFill>
                <a:latin typeface="Microsoft YaHei" pitchFamily="34" charset="0"/>
                <a:ea typeface="Microsoft YaHei" pitchFamily="34" charset="-122"/>
                <a:cs typeface="Microsoft YaHei" pitchFamily="34" charset="-120"/>
              </a:rPr>
              <a:t>课程问答</a:t>
            </a:r>
            <a:endParaRPr lang="en-US" sz="1150" dirty="0"/>
          </a:p>
        </p:txBody>
      </p:sp>
      <p:sp>
        <p:nvSpPr>
          <p:cNvPr id="8" name="Shape 6"/>
          <p:cNvSpPr/>
          <p:nvPr/>
        </p:nvSpPr>
        <p:spPr>
          <a:xfrm>
            <a:off x="2093976" y="2788920"/>
            <a:ext cx="685800" cy="0"/>
          </a:xfrm>
          <a:prstGeom prst="line">
            <a:avLst/>
          </a:prstGeom>
          <a:noFill/>
          <a:ln w="27940">
            <a:solidFill>
              <a:srgbClr val="DDE6EF"/>
            </a:solidFill>
            <a:prstDash val="solid"/>
            <a:tailEnd type="triangle"/>
          </a:ln>
        </p:spPr>
      </p:sp>
      <p:sp>
        <p:nvSpPr>
          <p:cNvPr id="9" name="Shape 7"/>
          <p:cNvSpPr/>
          <p:nvPr/>
        </p:nvSpPr>
        <p:spPr>
          <a:xfrm>
            <a:off x="3044952" y="2240280"/>
            <a:ext cx="1097280" cy="1097280"/>
          </a:xfrm>
          <a:prstGeom prst="ellipse">
            <a:avLst/>
          </a:prstGeom>
          <a:solidFill>
            <a:srgbClr val="2563EB"/>
          </a:solidFill>
          <a:ln w="12700">
            <a:solidFill>
              <a:srgbClr val="2563EB"/>
            </a:solidFill>
            <a:prstDash val="solid"/>
          </a:ln>
        </p:spPr>
      </p:sp>
      <p:sp>
        <p:nvSpPr>
          <p:cNvPr id="10" name="Text 8"/>
          <p:cNvSpPr/>
          <p:nvPr/>
        </p:nvSpPr>
        <p:spPr>
          <a:xfrm>
            <a:off x="3044952" y="2578608"/>
            <a:ext cx="1097280" cy="219456"/>
          </a:xfrm>
          <a:prstGeom prst="rect">
            <a:avLst/>
          </a:prstGeom>
          <a:noFill/>
          <a:ln/>
        </p:spPr>
        <p:txBody>
          <a:bodyPr wrap="square" lIns="0" tIns="0" rIns="0" bIns="0" rtlCol="0" anchor="ctr"/>
          <a:lstStyle/>
          <a:p>
            <a:pPr algn="ctr" indent="0" marL="0">
              <a:buNone/>
            </a:pPr>
            <a:r>
              <a:rPr lang="en-US" sz="2200" b="1" dirty="0">
                <a:solidFill>
                  <a:srgbClr val="FFFFFF"/>
                </a:solidFill>
                <a:latin typeface="Microsoft YaHei" pitchFamily="34" charset="0"/>
                <a:ea typeface="Microsoft YaHei" pitchFamily="34" charset="-122"/>
                <a:cs typeface="Microsoft YaHei" pitchFamily="34" charset="-120"/>
              </a:rPr>
              <a:t>练</a:t>
            </a:r>
            <a:endParaRPr lang="en-US" sz="2200" dirty="0"/>
          </a:p>
        </p:txBody>
      </p:sp>
      <p:sp>
        <p:nvSpPr>
          <p:cNvPr id="11" name="Text 9"/>
          <p:cNvSpPr/>
          <p:nvPr/>
        </p:nvSpPr>
        <p:spPr>
          <a:xfrm>
            <a:off x="2816352" y="3566160"/>
            <a:ext cx="1554480" cy="182880"/>
          </a:xfrm>
          <a:prstGeom prst="rect">
            <a:avLst/>
          </a:prstGeom>
          <a:noFill/>
          <a:ln/>
        </p:spPr>
        <p:txBody>
          <a:bodyPr wrap="square" lIns="0" tIns="0" rIns="0" bIns="0" rtlCol="0" anchor="ctr"/>
          <a:lstStyle/>
          <a:p>
            <a:pPr algn="ctr" indent="0" marL="0">
              <a:buNone/>
            </a:pPr>
            <a:r>
              <a:rPr lang="en-US" sz="1150" b="1" dirty="0">
                <a:solidFill>
                  <a:srgbClr val="172033"/>
                </a:solidFill>
                <a:latin typeface="Microsoft YaHei" pitchFamily="34" charset="0"/>
                <a:ea typeface="Microsoft YaHei" pitchFamily="34" charset="-122"/>
                <a:cs typeface="Microsoft YaHei" pitchFamily="34" charset="-120"/>
              </a:rPr>
              <a:t>真实判题</a:t>
            </a:r>
            <a:endParaRPr lang="en-US" sz="1150" dirty="0"/>
          </a:p>
        </p:txBody>
      </p:sp>
      <p:sp>
        <p:nvSpPr>
          <p:cNvPr id="12" name="Shape 10"/>
          <p:cNvSpPr/>
          <p:nvPr/>
        </p:nvSpPr>
        <p:spPr>
          <a:xfrm>
            <a:off x="4270248" y="2788920"/>
            <a:ext cx="685800" cy="0"/>
          </a:xfrm>
          <a:prstGeom prst="line">
            <a:avLst/>
          </a:prstGeom>
          <a:noFill/>
          <a:ln w="27940">
            <a:solidFill>
              <a:srgbClr val="DDE6EF"/>
            </a:solidFill>
            <a:prstDash val="solid"/>
            <a:tailEnd type="triangle"/>
          </a:ln>
        </p:spPr>
      </p:sp>
      <p:sp>
        <p:nvSpPr>
          <p:cNvPr id="13" name="Shape 11"/>
          <p:cNvSpPr/>
          <p:nvPr/>
        </p:nvSpPr>
        <p:spPr>
          <a:xfrm>
            <a:off x="5221224" y="2240280"/>
            <a:ext cx="1097280" cy="1097280"/>
          </a:xfrm>
          <a:prstGeom prst="ellipse">
            <a:avLst/>
          </a:prstGeom>
          <a:solidFill>
            <a:srgbClr val="E6508A"/>
          </a:solidFill>
          <a:ln w="12700">
            <a:solidFill>
              <a:srgbClr val="E6508A"/>
            </a:solidFill>
            <a:prstDash val="solid"/>
          </a:ln>
        </p:spPr>
      </p:sp>
      <p:sp>
        <p:nvSpPr>
          <p:cNvPr id="14" name="Text 12"/>
          <p:cNvSpPr/>
          <p:nvPr/>
        </p:nvSpPr>
        <p:spPr>
          <a:xfrm>
            <a:off x="5221224" y="2578608"/>
            <a:ext cx="1097280" cy="219456"/>
          </a:xfrm>
          <a:prstGeom prst="rect">
            <a:avLst/>
          </a:prstGeom>
          <a:noFill/>
          <a:ln/>
        </p:spPr>
        <p:txBody>
          <a:bodyPr wrap="square" lIns="0" tIns="0" rIns="0" bIns="0" rtlCol="0" anchor="ctr"/>
          <a:lstStyle/>
          <a:p>
            <a:pPr algn="ctr" indent="0" marL="0">
              <a:buNone/>
            </a:pPr>
            <a:r>
              <a:rPr lang="en-US" sz="2200" b="1" dirty="0">
                <a:solidFill>
                  <a:srgbClr val="FFFFFF"/>
                </a:solidFill>
                <a:latin typeface="Microsoft YaHei" pitchFamily="34" charset="0"/>
                <a:ea typeface="Microsoft YaHei" pitchFamily="34" charset="-122"/>
                <a:cs typeface="Microsoft YaHei" pitchFamily="34" charset="-120"/>
              </a:rPr>
              <a:t>诊</a:t>
            </a:r>
            <a:endParaRPr lang="en-US" sz="2200" dirty="0"/>
          </a:p>
        </p:txBody>
      </p:sp>
      <p:sp>
        <p:nvSpPr>
          <p:cNvPr id="15" name="Text 13"/>
          <p:cNvSpPr/>
          <p:nvPr/>
        </p:nvSpPr>
        <p:spPr>
          <a:xfrm>
            <a:off x="4992624" y="3566160"/>
            <a:ext cx="1554480" cy="182880"/>
          </a:xfrm>
          <a:prstGeom prst="rect">
            <a:avLst/>
          </a:prstGeom>
          <a:noFill/>
          <a:ln/>
        </p:spPr>
        <p:txBody>
          <a:bodyPr wrap="square" lIns="0" tIns="0" rIns="0" bIns="0" rtlCol="0" anchor="ctr"/>
          <a:lstStyle/>
          <a:p>
            <a:pPr algn="ctr" indent="0" marL="0">
              <a:buNone/>
            </a:pPr>
            <a:r>
              <a:rPr lang="en-US" sz="1150" b="1" dirty="0">
                <a:solidFill>
                  <a:srgbClr val="172033"/>
                </a:solidFill>
                <a:latin typeface="Microsoft YaHei" pitchFamily="34" charset="0"/>
                <a:ea typeface="Microsoft YaHei" pitchFamily="34" charset="-122"/>
                <a:cs typeface="Microsoft YaHei" pitchFamily="34" charset="-120"/>
              </a:rPr>
              <a:t>AI 诊断</a:t>
            </a:r>
            <a:endParaRPr lang="en-US" sz="1150" dirty="0"/>
          </a:p>
        </p:txBody>
      </p:sp>
      <p:sp>
        <p:nvSpPr>
          <p:cNvPr id="16" name="Shape 14"/>
          <p:cNvSpPr/>
          <p:nvPr/>
        </p:nvSpPr>
        <p:spPr>
          <a:xfrm>
            <a:off x="6446520" y="2788920"/>
            <a:ext cx="685800" cy="0"/>
          </a:xfrm>
          <a:prstGeom prst="line">
            <a:avLst/>
          </a:prstGeom>
          <a:noFill/>
          <a:ln w="27940">
            <a:solidFill>
              <a:srgbClr val="DDE6EF"/>
            </a:solidFill>
            <a:prstDash val="solid"/>
            <a:tailEnd type="triangle"/>
          </a:ln>
        </p:spPr>
      </p:sp>
      <p:sp>
        <p:nvSpPr>
          <p:cNvPr id="17" name="Shape 15"/>
          <p:cNvSpPr/>
          <p:nvPr/>
        </p:nvSpPr>
        <p:spPr>
          <a:xfrm>
            <a:off x="7397496" y="2240280"/>
            <a:ext cx="1097280" cy="1097280"/>
          </a:xfrm>
          <a:prstGeom prst="ellipse">
            <a:avLst/>
          </a:prstGeom>
          <a:solidFill>
            <a:srgbClr val="F59E0B"/>
          </a:solidFill>
          <a:ln w="12700">
            <a:solidFill>
              <a:srgbClr val="F59E0B"/>
            </a:solidFill>
            <a:prstDash val="solid"/>
          </a:ln>
        </p:spPr>
      </p:sp>
      <p:sp>
        <p:nvSpPr>
          <p:cNvPr id="18" name="Text 16"/>
          <p:cNvSpPr/>
          <p:nvPr/>
        </p:nvSpPr>
        <p:spPr>
          <a:xfrm>
            <a:off x="7397496" y="2578608"/>
            <a:ext cx="1097280" cy="219456"/>
          </a:xfrm>
          <a:prstGeom prst="rect">
            <a:avLst/>
          </a:prstGeom>
          <a:noFill/>
          <a:ln/>
        </p:spPr>
        <p:txBody>
          <a:bodyPr wrap="square" lIns="0" tIns="0" rIns="0" bIns="0" rtlCol="0" anchor="ctr"/>
          <a:lstStyle/>
          <a:p>
            <a:pPr algn="ctr" indent="0" marL="0">
              <a:buNone/>
            </a:pPr>
            <a:r>
              <a:rPr lang="en-US" sz="2200" b="1" dirty="0">
                <a:solidFill>
                  <a:srgbClr val="FFFFFF"/>
                </a:solidFill>
                <a:latin typeface="Microsoft YaHei" pitchFamily="34" charset="0"/>
                <a:ea typeface="Microsoft YaHei" pitchFamily="34" charset="-122"/>
                <a:cs typeface="Microsoft YaHei" pitchFamily="34" charset="-120"/>
              </a:rPr>
              <a:t>复</a:t>
            </a:r>
            <a:endParaRPr lang="en-US" sz="2200" dirty="0"/>
          </a:p>
        </p:txBody>
      </p:sp>
      <p:sp>
        <p:nvSpPr>
          <p:cNvPr id="19" name="Text 17"/>
          <p:cNvSpPr/>
          <p:nvPr/>
        </p:nvSpPr>
        <p:spPr>
          <a:xfrm>
            <a:off x="7168896" y="3566160"/>
            <a:ext cx="1554480" cy="182880"/>
          </a:xfrm>
          <a:prstGeom prst="rect">
            <a:avLst/>
          </a:prstGeom>
          <a:noFill/>
          <a:ln/>
        </p:spPr>
        <p:txBody>
          <a:bodyPr wrap="square" lIns="0" tIns="0" rIns="0" bIns="0" rtlCol="0" anchor="ctr"/>
          <a:lstStyle/>
          <a:p>
            <a:pPr algn="ctr" indent="0" marL="0">
              <a:buNone/>
            </a:pPr>
            <a:r>
              <a:rPr lang="en-US" sz="1150" b="1" dirty="0">
                <a:solidFill>
                  <a:srgbClr val="172033"/>
                </a:solidFill>
                <a:latin typeface="Microsoft YaHei" pitchFamily="34" charset="0"/>
                <a:ea typeface="Microsoft YaHei" pitchFamily="34" charset="-122"/>
                <a:cs typeface="Microsoft YaHei" pitchFamily="34" charset="-120"/>
              </a:rPr>
              <a:t>错题复习</a:t>
            </a:r>
            <a:endParaRPr lang="en-US" sz="1150" dirty="0"/>
          </a:p>
        </p:txBody>
      </p:sp>
      <p:sp>
        <p:nvSpPr>
          <p:cNvPr id="20" name="Shape 18"/>
          <p:cNvSpPr/>
          <p:nvPr/>
        </p:nvSpPr>
        <p:spPr>
          <a:xfrm>
            <a:off x="8622792" y="2788920"/>
            <a:ext cx="685800" cy="0"/>
          </a:xfrm>
          <a:prstGeom prst="line">
            <a:avLst/>
          </a:prstGeom>
          <a:noFill/>
          <a:ln w="27940">
            <a:solidFill>
              <a:srgbClr val="DDE6EF"/>
            </a:solidFill>
            <a:prstDash val="solid"/>
            <a:tailEnd type="triangle"/>
          </a:ln>
        </p:spPr>
      </p:sp>
      <p:sp>
        <p:nvSpPr>
          <p:cNvPr id="21" name="Shape 19"/>
          <p:cNvSpPr/>
          <p:nvPr/>
        </p:nvSpPr>
        <p:spPr>
          <a:xfrm>
            <a:off x="9573768" y="2240280"/>
            <a:ext cx="1097280" cy="1097280"/>
          </a:xfrm>
          <a:prstGeom prst="ellipse">
            <a:avLst/>
          </a:prstGeom>
          <a:solidFill>
            <a:srgbClr val="2CB67D"/>
          </a:solidFill>
          <a:ln w="12700">
            <a:solidFill>
              <a:srgbClr val="2CB67D"/>
            </a:solidFill>
            <a:prstDash val="solid"/>
          </a:ln>
        </p:spPr>
      </p:sp>
      <p:sp>
        <p:nvSpPr>
          <p:cNvPr id="22" name="Text 20"/>
          <p:cNvSpPr/>
          <p:nvPr/>
        </p:nvSpPr>
        <p:spPr>
          <a:xfrm>
            <a:off x="9573768" y="2578608"/>
            <a:ext cx="1097280" cy="219456"/>
          </a:xfrm>
          <a:prstGeom prst="rect">
            <a:avLst/>
          </a:prstGeom>
          <a:noFill/>
          <a:ln/>
        </p:spPr>
        <p:txBody>
          <a:bodyPr wrap="square" lIns="0" tIns="0" rIns="0" bIns="0" rtlCol="0" anchor="ctr"/>
          <a:lstStyle/>
          <a:p>
            <a:pPr algn="ctr" indent="0" marL="0">
              <a:buNone/>
            </a:pPr>
            <a:r>
              <a:rPr lang="en-US" sz="2200" b="1" dirty="0">
                <a:solidFill>
                  <a:srgbClr val="FFFFFF"/>
                </a:solidFill>
                <a:latin typeface="Microsoft YaHei" pitchFamily="34" charset="0"/>
                <a:ea typeface="Microsoft YaHei" pitchFamily="34" charset="-122"/>
                <a:cs typeface="Microsoft YaHei" pitchFamily="34" charset="-120"/>
              </a:rPr>
              <a:t>析</a:t>
            </a:r>
            <a:endParaRPr lang="en-US" sz="2200" dirty="0"/>
          </a:p>
        </p:txBody>
      </p:sp>
      <p:sp>
        <p:nvSpPr>
          <p:cNvPr id="23" name="Text 21"/>
          <p:cNvSpPr/>
          <p:nvPr/>
        </p:nvSpPr>
        <p:spPr>
          <a:xfrm>
            <a:off x="9345168" y="3566160"/>
            <a:ext cx="1554480" cy="182880"/>
          </a:xfrm>
          <a:prstGeom prst="rect">
            <a:avLst/>
          </a:prstGeom>
          <a:noFill/>
          <a:ln/>
        </p:spPr>
        <p:txBody>
          <a:bodyPr wrap="square" lIns="0" tIns="0" rIns="0" bIns="0" rtlCol="0" anchor="ctr"/>
          <a:lstStyle/>
          <a:p>
            <a:pPr algn="ctr" indent="0" marL="0">
              <a:buNone/>
            </a:pPr>
            <a:r>
              <a:rPr lang="en-US" sz="1150" b="1" dirty="0">
                <a:solidFill>
                  <a:srgbClr val="172033"/>
                </a:solidFill>
                <a:latin typeface="Microsoft YaHei" pitchFamily="34" charset="0"/>
                <a:ea typeface="Microsoft YaHei" pitchFamily="34" charset="-122"/>
                <a:cs typeface="Microsoft YaHei" pitchFamily="34" charset="-120"/>
              </a:rPr>
              <a:t>学情分析</a:t>
            </a:r>
            <a:endParaRPr lang="en-US" sz="1150" dirty="0"/>
          </a:p>
        </p:txBody>
      </p:sp>
      <p:sp>
        <p:nvSpPr>
          <p:cNvPr id="24" name="Shape 22"/>
          <p:cNvSpPr/>
          <p:nvPr/>
        </p:nvSpPr>
        <p:spPr>
          <a:xfrm>
            <a:off x="2011680" y="4892040"/>
            <a:ext cx="8138160" cy="658368"/>
          </a:xfrm>
          <a:prstGeom prst="roundRect">
            <a:avLst>
              <a:gd name="adj" fmla="val 11111"/>
            </a:avLst>
          </a:prstGeom>
          <a:solidFill>
            <a:srgbClr val="FFFFFF"/>
          </a:solidFill>
          <a:ln w="8890">
            <a:solidFill>
              <a:srgbClr val="DDE6EF"/>
            </a:solidFill>
            <a:prstDash val="solid"/>
          </a:ln>
          <a:effectLst>
            <a:outerShdw sx="100000" sy="100000" kx="0" ky="0" algn="bl" rotWithShape="0" blurRad="12700" dist="50800" dir="2700000">
              <a:srgbClr val="CBD5E1">
                <a:alpha val="13000"/>
              </a:srgbClr>
            </a:outerShdw>
          </a:effectLst>
        </p:spPr>
      </p:sp>
      <p:sp>
        <p:nvSpPr>
          <p:cNvPr id="25" name="Text 23"/>
          <p:cNvSpPr/>
          <p:nvPr/>
        </p:nvSpPr>
        <p:spPr>
          <a:xfrm>
            <a:off x="2331720" y="5120640"/>
            <a:ext cx="7498080" cy="146304"/>
          </a:xfrm>
          <a:prstGeom prst="rect">
            <a:avLst/>
          </a:prstGeom>
          <a:noFill/>
          <a:ln/>
        </p:spPr>
        <p:txBody>
          <a:bodyPr wrap="square" lIns="0" tIns="0" rIns="0" bIns="0" rtlCol="0" anchor="ctr">
            <a:normAutofit/>
          </a:bodyPr>
          <a:lstStyle/>
          <a:p>
            <a:pPr algn="ctr" indent="0" marL="0">
              <a:buNone/>
            </a:pPr>
            <a:r>
              <a:rPr lang="en-US" sz="1120" b="1" dirty="0">
                <a:solidFill>
                  <a:srgbClr val="172033"/>
                </a:solidFill>
                <a:latin typeface="Microsoft YaHei" pitchFamily="34" charset="0"/>
                <a:ea typeface="Microsoft YaHei" pitchFamily="34" charset="-122"/>
                <a:cs typeface="Microsoft YaHei" pitchFamily="34" charset="-120"/>
              </a:rPr>
              <a:t>让每次代码提交继续进入诊断、复习和教师分析，而不是停留在一次判题结果。</a:t>
            </a:r>
            <a:endParaRPr lang="en-US" sz="1120" dirty="0"/>
          </a:p>
        </p:txBody>
      </p:sp>
      <p:sp>
        <p:nvSpPr>
          <p:cNvPr id="25" name="Slide Number Placeholder 0"/>
          <p:cNvSpPr>
            <a:spLocks noGrp="1"/>
          </p:cNvSpPr>
          <p:nvPr>
            <p:ph type="sldNum" sz="quarter" idx="4294967295"/>
          </p:nvPr>
        </p:nvSpPr>
        <p:spPr>
          <a:xfrm>
            <a:off x="11475720" y="6556248"/>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6B7A90"/>
                </a:solidFill>
                <a:latin typeface="Microsoft YaHei"/>
                <a:ea typeface="Microsoft YaHei"/>
                <a:cs typeface="Microsoft YaHei"/>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AFC"/>
        </a:solidFill>
      </p:bgPr>
    </p:bg>
    <p:spTree>
      <p:nvGrpSpPr>
        <p:cNvPr id="1" name=""/>
        <p:cNvGrpSpPr/>
        <p:nvPr/>
      </p:nvGrpSpPr>
      <p:grpSpPr>
        <a:xfrm>
          <a:off x="0" y="0"/>
          <a:ext cx="0" cy="0"/>
          <a:chOff x="0" y="0"/>
          <a:chExt cx="0" cy="0"/>
        </a:xfrm>
      </p:grpSpPr>
      <p:sp>
        <p:nvSpPr>
          <p:cNvPr id="2" name="Text 0"/>
          <p:cNvSpPr/>
          <p:nvPr/>
        </p:nvSpPr>
        <p:spPr>
          <a:xfrm>
            <a:off x="566928" y="338328"/>
            <a:ext cx="2926080" cy="182880"/>
          </a:xfrm>
          <a:prstGeom prst="rect">
            <a:avLst/>
          </a:prstGeom>
          <a:noFill/>
          <a:ln/>
        </p:spPr>
        <p:txBody>
          <a:bodyPr wrap="square" lIns="0" tIns="0" rIns="0" bIns="0" rtlCol="0" anchor="ctr"/>
          <a:lstStyle/>
          <a:p>
            <a:pPr indent="0" marL="0">
              <a:buNone/>
            </a:pPr>
            <a:r>
              <a:rPr lang="en-US" sz="800" b="1" dirty="0">
                <a:solidFill>
                  <a:srgbClr val="0F9BA8"/>
                </a:solidFill>
                <a:latin typeface="Microsoft YaHei" pitchFamily="34" charset="0"/>
                <a:ea typeface="Microsoft YaHei" pitchFamily="34" charset="-122"/>
                <a:cs typeface="Microsoft YaHei" pitchFamily="34" charset="-120"/>
              </a:rPr>
              <a:t>FUNCTIONS</a:t>
            </a:r>
            <a:endParaRPr lang="en-US" sz="800" dirty="0"/>
          </a:p>
        </p:txBody>
      </p:sp>
      <p:sp>
        <p:nvSpPr>
          <p:cNvPr id="3" name="Text 1"/>
          <p:cNvSpPr/>
          <p:nvPr/>
        </p:nvSpPr>
        <p:spPr>
          <a:xfrm>
            <a:off x="566928" y="566928"/>
            <a:ext cx="8229600" cy="438912"/>
          </a:xfrm>
          <a:prstGeom prst="rect">
            <a:avLst/>
          </a:prstGeom>
          <a:noFill/>
          <a:ln/>
        </p:spPr>
        <p:txBody>
          <a:bodyPr wrap="square" lIns="0" tIns="0" rIns="0" bIns="0" rtlCol="0" anchor="ctr">
            <a:normAutofit/>
          </a:bodyPr>
          <a:lstStyle/>
          <a:p>
            <a:pPr indent="0" marL="0">
              <a:buNone/>
            </a:pPr>
            <a:r>
              <a:rPr lang="en-US" sz="2300" b="1" dirty="0">
                <a:solidFill>
                  <a:srgbClr val="172033"/>
                </a:solidFill>
                <a:latin typeface="Microsoft YaHei" pitchFamily="34" charset="0"/>
                <a:ea typeface="Microsoft YaHei" pitchFamily="34" charset="-122"/>
                <a:cs typeface="Microsoft YaHei" pitchFamily="34" charset="-120"/>
              </a:rPr>
              <a:t>系统功能总览</a:t>
            </a:r>
            <a:endParaRPr lang="en-US" sz="2300" dirty="0"/>
          </a:p>
        </p:txBody>
      </p:sp>
      <p:sp>
        <p:nvSpPr>
          <p:cNvPr id="4" name="Shape 2"/>
          <p:cNvSpPr/>
          <p:nvPr/>
        </p:nvSpPr>
        <p:spPr>
          <a:xfrm>
            <a:off x="749808" y="1371600"/>
            <a:ext cx="4846320" cy="4160520"/>
          </a:xfrm>
          <a:prstGeom prst="roundRect">
            <a:avLst>
              <a:gd name="adj" fmla="val 1758"/>
            </a:avLst>
          </a:prstGeom>
          <a:solidFill>
            <a:srgbClr val="FFFFFF"/>
          </a:solidFill>
          <a:ln w="8890">
            <a:solidFill>
              <a:srgbClr val="DDE6EF"/>
            </a:solidFill>
            <a:prstDash val="solid"/>
          </a:ln>
          <a:effectLst>
            <a:outerShdw sx="100000" sy="100000" kx="0" ky="0" algn="bl" rotWithShape="0" blurRad="12700" dist="50800" dir="2700000">
              <a:srgbClr val="CBD5E1">
                <a:alpha val="13000"/>
              </a:srgbClr>
            </a:outerShdw>
          </a:effectLst>
        </p:spPr>
      </p:sp>
      <p:sp>
        <p:nvSpPr>
          <p:cNvPr id="5" name="Shape 3"/>
          <p:cNvSpPr/>
          <p:nvPr/>
        </p:nvSpPr>
        <p:spPr>
          <a:xfrm>
            <a:off x="6601968" y="1371600"/>
            <a:ext cx="4846320" cy="4160520"/>
          </a:xfrm>
          <a:prstGeom prst="roundRect">
            <a:avLst>
              <a:gd name="adj" fmla="val 1758"/>
            </a:avLst>
          </a:prstGeom>
          <a:solidFill>
            <a:srgbClr val="FFFFFF"/>
          </a:solidFill>
          <a:ln w="8890">
            <a:solidFill>
              <a:srgbClr val="DDE6EF"/>
            </a:solidFill>
            <a:prstDash val="solid"/>
          </a:ln>
          <a:effectLst>
            <a:outerShdw sx="100000" sy="100000" kx="0" ky="0" algn="bl" rotWithShape="0" blurRad="12700" dist="50800" dir="2700000">
              <a:srgbClr val="CBD5E1">
                <a:alpha val="13000"/>
              </a:srgbClr>
            </a:outerShdw>
          </a:effectLst>
        </p:spPr>
      </p:sp>
      <p:sp>
        <p:nvSpPr>
          <p:cNvPr id="6" name="Shape 4"/>
          <p:cNvSpPr/>
          <p:nvPr/>
        </p:nvSpPr>
        <p:spPr>
          <a:xfrm>
            <a:off x="749808" y="1371600"/>
            <a:ext cx="4846320" cy="594360"/>
          </a:xfrm>
          <a:prstGeom prst="rect">
            <a:avLst/>
          </a:prstGeom>
          <a:solidFill>
            <a:srgbClr val="0F9BA8"/>
          </a:solidFill>
          <a:ln w="12700">
            <a:solidFill>
              <a:srgbClr val="0F9BA8"/>
            </a:solidFill>
            <a:prstDash val="solid"/>
          </a:ln>
        </p:spPr>
      </p:sp>
      <p:sp>
        <p:nvSpPr>
          <p:cNvPr id="7" name="Shape 5"/>
          <p:cNvSpPr/>
          <p:nvPr/>
        </p:nvSpPr>
        <p:spPr>
          <a:xfrm>
            <a:off x="6601968" y="1371600"/>
            <a:ext cx="4846320" cy="594360"/>
          </a:xfrm>
          <a:prstGeom prst="rect">
            <a:avLst/>
          </a:prstGeom>
          <a:solidFill>
            <a:srgbClr val="2563EB"/>
          </a:solidFill>
          <a:ln w="12700">
            <a:solidFill>
              <a:srgbClr val="2563EB"/>
            </a:solidFill>
            <a:prstDash val="solid"/>
          </a:ln>
        </p:spPr>
      </p:sp>
      <p:sp>
        <p:nvSpPr>
          <p:cNvPr id="8" name="Text 6"/>
          <p:cNvSpPr/>
          <p:nvPr/>
        </p:nvSpPr>
        <p:spPr>
          <a:xfrm>
            <a:off x="749808" y="1572768"/>
            <a:ext cx="4846320" cy="118872"/>
          </a:xfrm>
          <a:prstGeom prst="rect">
            <a:avLst/>
          </a:prstGeom>
          <a:noFill/>
          <a:ln/>
        </p:spPr>
        <p:txBody>
          <a:bodyPr wrap="square" lIns="0" tIns="0" rIns="0" bIns="0"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学生侧</a:t>
            </a:r>
            <a:endParaRPr lang="en-US" sz="1400" dirty="0"/>
          </a:p>
        </p:txBody>
      </p:sp>
      <p:sp>
        <p:nvSpPr>
          <p:cNvPr id="9" name="Text 7"/>
          <p:cNvSpPr/>
          <p:nvPr/>
        </p:nvSpPr>
        <p:spPr>
          <a:xfrm>
            <a:off x="6601968" y="1572768"/>
            <a:ext cx="4846320" cy="118872"/>
          </a:xfrm>
          <a:prstGeom prst="rect">
            <a:avLst/>
          </a:prstGeom>
          <a:noFill/>
          <a:ln/>
        </p:spPr>
        <p:txBody>
          <a:bodyPr wrap="square" lIns="0" tIns="0" rIns="0" bIns="0"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教师侧</a:t>
            </a:r>
            <a:endParaRPr lang="en-US" sz="1400" dirty="0"/>
          </a:p>
        </p:txBody>
      </p:sp>
      <p:sp>
        <p:nvSpPr>
          <p:cNvPr id="10" name="Shape 8"/>
          <p:cNvSpPr/>
          <p:nvPr/>
        </p:nvSpPr>
        <p:spPr>
          <a:xfrm>
            <a:off x="1143000" y="2331720"/>
            <a:ext cx="347472" cy="347472"/>
          </a:xfrm>
          <a:prstGeom prst="ellipse">
            <a:avLst/>
          </a:prstGeom>
          <a:solidFill>
            <a:srgbClr val="0F9BA8"/>
          </a:solidFill>
          <a:ln w="12700">
            <a:solidFill>
              <a:srgbClr val="0F9BA8"/>
            </a:solidFill>
            <a:prstDash val="solid"/>
          </a:ln>
        </p:spPr>
      </p:sp>
      <p:sp>
        <p:nvSpPr>
          <p:cNvPr id="11" name="Text 9"/>
          <p:cNvSpPr/>
          <p:nvPr/>
        </p:nvSpPr>
        <p:spPr>
          <a:xfrm>
            <a:off x="1143000" y="2439436"/>
            <a:ext cx="347472" cy="73152"/>
          </a:xfrm>
          <a:prstGeom prst="rect">
            <a:avLst/>
          </a:prstGeom>
          <a:noFill/>
          <a:ln/>
        </p:spPr>
        <p:txBody>
          <a:bodyPr wrap="square" lIns="0" tIns="0" rIns="0" bIns="0" rtlCol="0" anchor="ctr"/>
          <a:lstStyle/>
          <a:p>
            <a:pPr algn="ctr" indent="0" marL="0">
              <a:buNone/>
            </a:pPr>
            <a:r>
              <a:rPr lang="en-US" sz="750" b="1" dirty="0">
                <a:solidFill>
                  <a:srgbClr val="FFFFFF"/>
                </a:solidFill>
                <a:latin typeface="Microsoft YaHei" pitchFamily="34" charset="0"/>
                <a:ea typeface="Microsoft YaHei" pitchFamily="34" charset="-122"/>
                <a:cs typeface="Microsoft YaHei" pitchFamily="34" charset="-120"/>
              </a:rPr>
              <a:t>1</a:t>
            </a:r>
            <a:endParaRPr lang="en-US" sz="750" dirty="0"/>
          </a:p>
        </p:txBody>
      </p:sp>
      <p:sp>
        <p:nvSpPr>
          <p:cNvPr id="12" name="Text 10"/>
          <p:cNvSpPr/>
          <p:nvPr/>
        </p:nvSpPr>
        <p:spPr>
          <a:xfrm>
            <a:off x="1673352" y="2414016"/>
            <a:ext cx="3291840" cy="118872"/>
          </a:xfrm>
          <a:prstGeom prst="rect">
            <a:avLst/>
          </a:prstGeom>
          <a:noFill/>
          <a:ln/>
        </p:spPr>
        <p:txBody>
          <a:bodyPr wrap="square" lIns="0" tIns="0" rIns="0" bIns="0" rtlCol="0" anchor="ctr"/>
          <a:lstStyle/>
          <a:p>
            <a:pPr indent="0" marL="0">
              <a:buNone/>
            </a:pPr>
            <a:r>
              <a:rPr lang="en-US" sz="1250" b="1" dirty="0">
                <a:solidFill>
                  <a:srgbClr val="172033"/>
                </a:solidFill>
                <a:latin typeface="Microsoft YaHei" pitchFamily="34" charset="0"/>
                <a:ea typeface="Microsoft YaHei" pitchFamily="34" charset="-122"/>
                <a:cs typeface="Microsoft YaHei" pitchFamily="34" charset="-120"/>
              </a:rPr>
              <a:t>课程问答</a:t>
            </a:r>
            <a:endParaRPr lang="en-US" sz="1250" dirty="0"/>
          </a:p>
        </p:txBody>
      </p:sp>
      <p:sp>
        <p:nvSpPr>
          <p:cNvPr id="13" name="Shape 11"/>
          <p:cNvSpPr/>
          <p:nvPr/>
        </p:nvSpPr>
        <p:spPr>
          <a:xfrm>
            <a:off x="1143000" y="3017520"/>
            <a:ext cx="347472" cy="347472"/>
          </a:xfrm>
          <a:prstGeom prst="ellipse">
            <a:avLst/>
          </a:prstGeom>
          <a:solidFill>
            <a:srgbClr val="0F9BA8"/>
          </a:solidFill>
          <a:ln w="12700">
            <a:solidFill>
              <a:srgbClr val="0F9BA8"/>
            </a:solidFill>
            <a:prstDash val="solid"/>
          </a:ln>
        </p:spPr>
      </p:sp>
      <p:sp>
        <p:nvSpPr>
          <p:cNvPr id="14" name="Text 12"/>
          <p:cNvSpPr/>
          <p:nvPr/>
        </p:nvSpPr>
        <p:spPr>
          <a:xfrm>
            <a:off x="1143000" y="3125236"/>
            <a:ext cx="347472" cy="73152"/>
          </a:xfrm>
          <a:prstGeom prst="rect">
            <a:avLst/>
          </a:prstGeom>
          <a:noFill/>
          <a:ln/>
        </p:spPr>
        <p:txBody>
          <a:bodyPr wrap="square" lIns="0" tIns="0" rIns="0" bIns="0" rtlCol="0" anchor="ctr"/>
          <a:lstStyle/>
          <a:p>
            <a:pPr algn="ctr" indent="0" marL="0">
              <a:buNone/>
            </a:pPr>
            <a:r>
              <a:rPr lang="en-US" sz="750" b="1" dirty="0">
                <a:solidFill>
                  <a:srgbClr val="FFFFFF"/>
                </a:solidFill>
                <a:latin typeface="Microsoft YaHei" pitchFamily="34" charset="0"/>
                <a:ea typeface="Microsoft YaHei" pitchFamily="34" charset="-122"/>
                <a:cs typeface="Microsoft YaHei" pitchFamily="34" charset="-120"/>
              </a:rPr>
              <a:t>2</a:t>
            </a:r>
            <a:endParaRPr lang="en-US" sz="750" dirty="0"/>
          </a:p>
        </p:txBody>
      </p:sp>
      <p:sp>
        <p:nvSpPr>
          <p:cNvPr id="15" name="Text 13"/>
          <p:cNvSpPr/>
          <p:nvPr/>
        </p:nvSpPr>
        <p:spPr>
          <a:xfrm>
            <a:off x="1673352" y="3099816"/>
            <a:ext cx="3291840" cy="118872"/>
          </a:xfrm>
          <a:prstGeom prst="rect">
            <a:avLst/>
          </a:prstGeom>
          <a:noFill/>
          <a:ln/>
        </p:spPr>
        <p:txBody>
          <a:bodyPr wrap="square" lIns="0" tIns="0" rIns="0" bIns="0" rtlCol="0" anchor="ctr"/>
          <a:lstStyle/>
          <a:p>
            <a:pPr indent="0" marL="0">
              <a:buNone/>
            </a:pPr>
            <a:r>
              <a:rPr lang="en-US" sz="1250" b="1" dirty="0">
                <a:solidFill>
                  <a:srgbClr val="172033"/>
                </a:solidFill>
                <a:latin typeface="Microsoft YaHei" pitchFamily="34" charset="0"/>
                <a:ea typeface="Microsoft YaHei" pitchFamily="34" charset="-122"/>
                <a:cs typeface="Microsoft YaHei" pitchFamily="34" charset="-120"/>
              </a:rPr>
              <a:t>题目练习</a:t>
            </a:r>
            <a:endParaRPr lang="en-US" sz="1250" dirty="0"/>
          </a:p>
        </p:txBody>
      </p:sp>
      <p:sp>
        <p:nvSpPr>
          <p:cNvPr id="16" name="Shape 14"/>
          <p:cNvSpPr/>
          <p:nvPr/>
        </p:nvSpPr>
        <p:spPr>
          <a:xfrm>
            <a:off x="1143000" y="3703320"/>
            <a:ext cx="347472" cy="347472"/>
          </a:xfrm>
          <a:prstGeom prst="ellipse">
            <a:avLst/>
          </a:prstGeom>
          <a:solidFill>
            <a:srgbClr val="0F9BA8"/>
          </a:solidFill>
          <a:ln w="12700">
            <a:solidFill>
              <a:srgbClr val="0F9BA8"/>
            </a:solidFill>
            <a:prstDash val="solid"/>
          </a:ln>
        </p:spPr>
      </p:sp>
      <p:sp>
        <p:nvSpPr>
          <p:cNvPr id="17" name="Text 15"/>
          <p:cNvSpPr/>
          <p:nvPr/>
        </p:nvSpPr>
        <p:spPr>
          <a:xfrm>
            <a:off x="1143000" y="3811036"/>
            <a:ext cx="347472" cy="73152"/>
          </a:xfrm>
          <a:prstGeom prst="rect">
            <a:avLst/>
          </a:prstGeom>
          <a:noFill/>
          <a:ln/>
        </p:spPr>
        <p:txBody>
          <a:bodyPr wrap="square" lIns="0" tIns="0" rIns="0" bIns="0" rtlCol="0" anchor="ctr"/>
          <a:lstStyle/>
          <a:p>
            <a:pPr algn="ctr" indent="0" marL="0">
              <a:buNone/>
            </a:pPr>
            <a:r>
              <a:rPr lang="en-US" sz="750" b="1" dirty="0">
                <a:solidFill>
                  <a:srgbClr val="FFFFFF"/>
                </a:solidFill>
                <a:latin typeface="Microsoft YaHei" pitchFamily="34" charset="0"/>
                <a:ea typeface="Microsoft YaHei" pitchFamily="34" charset="-122"/>
                <a:cs typeface="Microsoft YaHei" pitchFamily="34" charset="-120"/>
              </a:rPr>
              <a:t>3</a:t>
            </a:r>
            <a:endParaRPr lang="en-US" sz="750" dirty="0"/>
          </a:p>
        </p:txBody>
      </p:sp>
      <p:sp>
        <p:nvSpPr>
          <p:cNvPr id="18" name="Text 16"/>
          <p:cNvSpPr/>
          <p:nvPr/>
        </p:nvSpPr>
        <p:spPr>
          <a:xfrm>
            <a:off x="1673352" y="3785616"/>
            <a:ext cx="3291840" cy="118872"/>
          </a:xfrm>
          <a:prstGeom prst="rect">
            <a:avLst/>
          </a:prstGeom>
          <a:noFill/>
          <a:ln/>
        </p:spPr>
        <p:txBody>
          <a:bodyPr wrap="square" lIns="0" tIns="0" rIns="0" bIns="0" rtlCol="0" anchor="ctr"/>
          <a:lstStyle/>
          <a:p>
            <a:pPr indent="0" marL="0">
              <a:buNone/>
            </a:pPr>
            <a:r>
              <a:rPr lang="en-US" sz="1250" b="1" dirty="0">
                <a:solidFill>
                  <a:srgbClr val="172033"/>
                </a:solidFill>
                <a:latin typeface="Microsoft YaHei" pitchFamily="34" charset="0"/>
                <a:ea typeface="Microsoft YaHei" pitchFamily="34" charset="-122"/>
                <a:cs typeface="Microsoft YaHei" pitchFamily="34" charset="-120"/>
              </a:rPr>
              <a:t>AI 导学</a:t>
            </a:r>
            <a:endParaRPr lang="en-US" sz="1250" dirty="0"/>
          </a:p>
        </p:txBody>
      </p:sp>
      <p:sp>
        <p:nvSpPr>
          <p:cNvPr id="19" name="Shape 17"/>
          <p:cNvSpPr/>
          <p:nvPr/>
        </p:nvSpPr>
        <p:spPr>
          <a:xfrm>
            <a:off x="1143000" y="4389120"/>
            <a:ext cx="347472" cy="347472"/>
          </a:xfrm>
          <a:prstGeom prst="ellipse">
            <a:avLst/>
          </a:prstGeom>
          <a:solidFill>
            <a:srgbClr val="0F9BA8"/>
          </a:solidFill>
          <a:ln w="12700">
            <a:solidFill>
              <a:srgbClr val="0F9BA8"/>
            </a:solidFill>
            <a:prstDash val="solid"/>
          </a:ln>
        </p:spPr>
      </p:sp>
      <p:sp>
        <p:nvSpPr>
          <p:cNvPr id="20" name="Text 18"/>
          <p:cNvSpPr/>
          <p:nvPr/>
        </p:nvSpPr>
        <p:spPr>
          <a:xfrm>
            <a:off x="1143000" y="4496836"/>
            <a:ext cx="347472" cy="73152"/>
          </a:xfrm>
          <a:prstGeom prst="rect">
            <a:avLst/>
          </a:prstGeom>
          <a:noFill/>
          <a:ln/>
        </p:spPr>
        <p:txBody>
          <a:bodyPr wrap="square" lIns="0" tIns="0" rIns="0" bIns="0" rtlCol="0" anchor="ctr"/>
          <a:lstStyle/>
          <a:p>
            <a:pPr algn="ctr" indent="0" marL="0">
              <a:buNone/>
            </a:pPr>
            <a:r>
              <a:rPr lang="en-US" sz="750" b="1" dirty="0">
                <a:solidFill>
                  <a:srgbClr val="FFFFFF"/>
                </a:solidFill>
                <a:latin typeface="Microsoft YaHei" pitchFamily="34" charset="0"/>
                <a:ea typeface="Microsoft YaHei" pitchFamily="34" charset="-122"/>
                <a:cs typeface="Microsoft YaHei" pitchFamily="34" charset="-120"/>
              </a:rPr>
              <a:t>4</a:t>
            </a:r>
            <a:endParaRPr lang="en-US" sz="750" dirty="0"/>
          </a:p>
        </p:txBody>
      </p:sp>
      <p:sp>
        <p:nvSpPr>
          <p:cNvPr id="21" name="Text 19"/>
          <p:cNvSpPr/>
          <p:nvPr/>
        </p:nvSpPr>
        <p:spPr>
          <a:xfrm>
            <a:off x="1673352" y="4471416"/>
            <a:ext cx="3291840" cy="118872"/>
          </a:xfrm>
          <a:prstGeom prst="rect">
            <a:avLst/>
          </a:prstGeom>
          <a:noFill/>
          <a:ln/>
        </p:spPr>
        <p:txBody>
          <a:bodyPr wrap="square" lIns="0" tIns="0" rIns="0" bIns="0" rtlCol="0" anchor="ctr"/>
          <a:lstStyle/>
          <a:p>
            <a:pPr indent="0" marL="0">
              <a:buNone/>
            </a:pPr>
            <a:r>
              <a:rPr lang="en-US" sz="1250" b="1" dirty="0">
                <a:solidFill>
                  <a:srgbClr val="172033"/>
                </a:solidFill>
                <a:latin typeface="Microsoft YaHei" pitchFamily="34" charset="0"/>
                <a:ea typeface="Microsoft YaHei" pitchFamily="34" charset="-122"/>
                <a:cs typeface="Microsoft YaHei" pitchFamily="34" charset="-120"/>
              </a:rPr>
              <a:t>错题复习</a:t>
            </a:r>
            <a:endParaRPr lang="en-US" sz="1250" dirty="0"/>
          </a:p>
        </p:txBody>
      </p:sp>
      <p:sp>
        <p:nvSpPr>
          <p:cNvPr id="22" name="Shape 20"/>
          <p:cNvSpPr/>
          <p:nvPr/>
        </p:nvSpPr>
        <p:spPr>
          <a:xfrm>
            <a:off x="6995160" y="2331720"/>
            <a:ext cx="347472" cy="347472"/>
          </a:xfrm>
          <a:prstGeom prst="ellipse">
            <a:avLst/>
          </a:prstGeom>
          <a:solidFill>
            <a:srgbClr val="2563EB"/>
          </a:solidFill>
          <a:ln w="12700">
            <a:solidFill>
              <a:srgbClr val="2563EB"/>
            </a:solidFill>
            <a:prstDash val="solid"/>
          </a:ln>
        </p:spPr>
      </p:sp>
      <p:sp>
        <p:nvSpPr>
          <p:cNvPr id="23" name="Text 21"/>
          <p:cNvSpPr/>
          <p:nvPr/>
        </p:nvSpPr>
        <p:spPr>
          <a:xfrm>
            <a:off x="6995160" y="2439436"/>
            <a:ext cx="347472" cy="73152"/>
          </a:xfrm>
          <a:prstGeom prst="rect">
            <a:avLst/>
          </a:prstGeom>
          <a:noFill/>
          <a:ln/>
        </p:spPr>
        <p:txBody>
          <a:bodyPr wrap="square" lIns="0" tIns="0" rIns="0" bIns="0" rtlCol="0" anchor="ctr"/>
          <a:lstStyle/>
          <a:p>
            <a:pPr algn="ctr" indent="0" marL="0">
              <a:buNone/>
            </a:pPr>
            <a:r>
              <a:rPr lang="en-US" sz="750" b="1" dirty="0">
                <a:solidFill>
                  <a:srgbClr val="FFFFFF"/>
                </a:solidFill>
                <a:latin typeface="Microsoft YaHei" pitchFamily="34" charset="0"/>
                <a:ea typeface="Microsoft YaHei" pitchFamily="34" charset="-122"/>
                <a:cs typeface="Microsoft YaHei" pitchFamily="34" charset="-120"/>
              </a:rPr>
              <a:t>1</a:t>
            </a:r>
            <a:endParaRPr lang="en-US" sz="750" dirty="0"/>
          </a:p>
        </p:txBody>
      </p:sp>
      <p:sp>
        <p:nvSpPr>
          <p:cNvPr id="24" name="Text 22"/>
          <p:cNvSpPr/>
          <p:nvPr/>
        </p:nvSpPr>
        <p:spPr>
          <a:xfrm>
            <a:off x="7525512" y="2414016"/>
            <a:ext cx="3291840" cy="118872"/>
          </a:xfrm>
          <a:prstGeom prst="rect">
            <a:avLst/>
          </a:prstGeom>
          <a:noFill/>
          <a:ln/>
        </p:spPr>
        <p:txBody>
          <a:bodyPr wrap="square" lIns="0" tIns="0" rIns="0" bIns="0" rtlCol="0" anchor="ctr"/>
          <a:lstStyle/>
          <a:p>
            <a:pPr indent="0" marL="0">
              <a:buNone/>
            </a:pPr>
            <a:r>
              <a:rPr lang="en-US" sz="1250" b="1" dirty="0">
                <a:solidFill>
                  <a:srgbClr val="172033"/>
                </a:solidFill>
                <a:latin typeface="Microsoft YaHei" pitchFamily="34" charset="0"/>
                <a:ea typeface="Microsoft YaHei" pitchFamily="34" charset="-122"/>
                <a:cs typeface="Microsoft YaHei" pitchFamily="34" charset="-120"/>
              </a:rPr>
              <a:t>班级管理</a:t>
            </a:r>
            <a:endParaRPr lang="en-US" sz="1250" dirty="0"/>
          </a:p>
        </p:txBody>
      </p:sp>
      <p:sp>
        <p:nvSpPr>
          <p:cNvPr id="25" name="Shape 23"/>
          <p:cNvSpPr/>
          <p:nvPr/>
        </p:nvSpPr>
        <p:spPr>
          <a:xfrm>
            <a:off x="6995160" y="3017520"/>
            <a:ext cx="347472" cy="347472"/>
          </a:xfrm>
          <a:prstGeom prst="ellipse">
            <a:avLst/>
          </a:prstGeom>
          <a:solidFill>
            <a:srgbClr val="2563EB"/>
          </a:solidFill>
          <a:ln w="12700">
            <a:solidFill>
              <a:srgbClr val="2563EB"/>
            </a:solidFill>
            <a:prstDash val="solid"/>
          </a:ln>
        </p:spPr>
      </p:sp>
      <p:sp>
        <p:nvSpPr>
          <p:cNvPr id="26" name="Text 24"/>
          <p:cNvSpPr/>
          <p:nvPr/>
        </p:nvSpPr>
        <p:spPr>
          <a:xfrm>
            <a:off x="6995160" y="3125236"/>
            <a:ext cx="347472" cy="73152"/>
          </a:xfrm>
          <a:prstGeom prst="rect">
            <a:avLst/>
          </a:prstGeom>
          <a:noFill/>
          <a:ln/>
        </p:spPr>
        <p:txBody>
          <a:bodyPr wrap="square" lIns="0" tIns="0" rIns="0" bIns="0" rtlCol="0" anchor="ctr"/>
          <a:lstStyle/>
          <a:p>
            <a:pPr algn="ctr" indent="0" marL="0">
              <a:buNone/>
            </a:pPr>
            <a:r>
              <a:rPr lang="en-US" sz="750" b="1" dirty="0">
                <a:solidFill>
                  <a:srgbClr val="FFFFFF"/>
                </a:solidFill>
                <a:latin typeface="Microsoft YaHei" pitchFamily="34" charset="0"/>
                <a:ea typeface="Microsoft YaHei" pitchFamily="34" charset="-122"/>
                <a:cs typeface="Microsoft YaHei" pitchFamily="34" charset="-120"/>
              </a:rPr>
              <a:t>2</a:t>
            </a:r>
            <a:endParaRPr lang="en-US" sz="750" dirty="0"/>
          </a:p>
        </p:txBody>
      </p:sp>
      <p:sp>
        <p:nvSpPr>
          <p:cNvPr id="27" name="Text 25"/>
          <p:cNvSpPr/>
          <p:nvPr/>
        </p:nvSpPr>
        <p:spPr>
          <a:xfrm>
            <a:off x="7525512" y="3099816"/>
            <a:ext cx="3291840" cy="118872"/>
          </a:xfrm>
          <a:prstGeom prst="rect">
            <a:avLst/>
          </a:prstGeom>
          <a:noFill/>
          <a:ln/>
        </p:spPr>
        <p:txBody>
          <a:bodyPr wrap="square" lIns="0" tIns="0" rIns="0" bIns="0" rtlCol="0" anchor="ctr"/>
          <a:lstStyle/>
          <a:p>
            <a:pPr indent="0" marL="0">
              <a:buNone/>
            </a:pPr>
            <a:r>
              <a:rPr lang="en-US" sz="1250" b="1" dirty="0">
                <a:solidFill>
                  <a:srgbClr val="172033"/>
                </a:solidFill>
                <a:latin typeface="Microsoft YaHei" pitchFamily="34" charset="0"/>
                <a:ea typeface="Microsoft YaHei" pitchFamily="34" charset="-122"/>
                <a:cs typeface="Microsoft YaHei" pitchFamily="34" charset="-120"/>
              </a:rPr>
              <a:t>作业管理</a:t>
            </a:r>
            <a:endParaRPr lang="en-US" sz="1250" dirty="0"/>
          </a:p>
        </p:txBody>
      </p:sp>
      <p:sp>
        <p:nvSpPr>
          <p:cNvPr id="28" name="Shape 26"/>
          <p:cNvSpPr/>
          <p:nvPr/>
        </p:nvSpPr>
        <p:spPr>
          <a:xfrm>
            <a:off x="6995160" y="3703320"/>
            <a:ext cx="347472" cy="347472"/>
          </a:xfrm>
          <a:prstGeom prst="ellipse">
            <a:avLst/>
          </a:prstGeom>
          <a:solidFill>
            <a:srgbClr val="2563EB"/>
          </a:solidFill>
          <a:ln w="12700">
            <a:solidFill>
              <a:srgbClr val="2563EB"/>
            </a:solidFill>
            <a:prstDash val="solid"/>
          </a:ln>
        </p:spPr>
      </p:sp>
      <p:sp>
        <p:nvSpPr>
          <p:cNvPr id="29" name="Text 27"/>
          <p:cNvSpPr/>
          <p:nvPr/>
        </p:nvSpPr>
        <p:spPr>
          <a:xfrm>
            <a:off x="6995160" y="3811036"/>
            <a:ext cx="347472" cy="73152"/>
          </a:xfrm>
          <a:prstGeom prst="rect">
            <a:avLst/>
          </a:prstGeom>
          <a:noFill/>
          <a:ln/>
        </p:spPr>
        <p:txBody>
          <a:bodyPr wrap="square" lIns="0" tIns="0" rIns="0" bIns="0" rtlCol="0" anchor="ctr"/>
          <a:lstStyle/>
          <a:p>
            <a:pPr algn="ctr" indent="0" marL="0">
              <a:buNone/>
            </a:pPr>
            <a:r>
              <a:rPr lang="en-US" sz="750" b="1" dirty="0">
                <a:solidFill>
                  <a:srgbClr val="FFFFFF"/>
                </a:solidFill>
                <a:latin typeface="Microsoft YaHei" pitchFamily="34" charset="0"/>
                <a:ea typeface="Microsoft YaHei" pitchFamily="34" charset="-122"/>
                <a:cs typeface="Microsoft YaHei" pitchFamily="34" charset="-120"/>
              </a:rPr>
              <a:t>3</a:t>
            </a:r>
            <a:endParaRPr lang="en-US" sz="750" dirty="0"/>
          </a:p>
        </p:txBody>
      </p:sp>
      <p:sp>
        <p:nvSpPr>
          <p:cNvPr id="30" name="Text 28"/>
          <p:cNvSpPr/>
          <p:nvPr/>
        </p:nvSpPr>
        <p:spPr>
          <a:xfrm>
            <a:off x="7525512" y="3785616"/>
            <a:ext cx="3291840" cy="118872"/>
          </a:xfrm>
          <a:prstGeom prst="rect">
            <a:avLst/>
          </a:prstGeom>
          <a:noFill/>
          <a:ln/>
        </p:spPr>
        <p:txBody>
          <a:bodyPr wrap="square" lIns="0" tIns="0" rIns="0" bIns="0" rtlCol="0" anchor="ctr"/>
          <a:lstStyle/>
          <a:p>
            <a:pPr indent="0" marL="0">
              <a:buNone/>
            </a:pPr>
            <a:r>
              <a:rPr lang="en-US" sz="1250" b="1" dirty="0">
                <a:solidFill>
                  <a:srgbClr val="172033"/>
                </a:solidFill>
                <a:latin typeface="Microsoft YaHei" pitchFamily="34" charset="0"/>
                <a:ea typeface="Microsoft YaHei" pitchFamily="34" charset="-122"/>
                <a:cs typeface="Microsoft YaHei" pitchFamily="34" charset="-120"/>
              </a:rPr>
              <a:t>课件管理</a:t>
            </a:r>
            <a:endParaRPr lang="en-US" sz="1250" dirty="0"/>
          </a:p>
        </p:txBody>
      </p:sp>
      <p:sp>
        <p:nvSpPr>
          <p:cNvPr id="31" name="Shape 29"/>
          <p:cNvSpPr/>
          <p:nvPr/>
        </p:nvSpPr>
        <p:spPr>
          <a:xfrm>
            <a:off x="6995160" y="4389120"/>
            <a:ext cx="347472" cy="347472"/>
          </a:xfrm>
          <a:prstGeom prst="ellipse">
            <a:avLst/>
          </a:prstGeom>
          <a:solidFill>
            <a:srgbClr val="2563EB"/>
          </a:solidFill>
          <a:ln w="12700">
            <a:solidFill>
              <a:srgbClr val="2563EB"/>
            </a:solidFill>
            <a:prstDash val="solid"/>
          </a:ln>
        </p:spPr>
      </p:sp>
      <p:sp>
        <p:nvSpPr>
          <p:cNvPr id="32" name="Text 30"/>
          <p:cNvSpPr/>
          <p:nvPr/>
        </p:nvSpPr>
        <p:spPr>
          <a:xfrm>
            <a:off x="6995160" y="4496836"/>
            <a:ext cx="347472" cy="73152"/>
          </a:xfrm>
          <a:prstGeom prst="rect">
            <a:avLst/>
          </a:prstGeom>
          <a:noFill/>
          <a:ln/>
        </p:spPr>
        <p:txBody>
          <a:bodyPr wrap="square" lIns="0" tIns="0" rIns="0" bIns="0" rtlCol="0" anchor="ctr"/>
          <a:lstStyle/>
          <a:p>
            <a:pPr algn="ctr" indent="0" marL="0">
              <a:buNone/>
            </a:pPr>
            <a:r>
              <a:rPr lang="en-US" sz="750" b="1" dirty="0">
                <a:solidFill>
                  <a:srgbClr val="FFFFFF"/>
                </a:solidFill>
                <a:latin typeface="Microsoft YaHei" pitchFamily="34" charset="0"/>
                <a:ea typeface="Microsoft YaHei" pitchFamily="34" charset="-122"/>
                <a:cs typeface="Microsoft YaHei" pitchFamily="34" charset="-120"/>
              </a:rPr>
              <a:t>4</a:t>
            </a:r>
            <a:endParaRPr lang="en-US" sz="750" dirty="0"/>
          </a:p>
        </p:txBody>
      </p:sp>
      <p:sp>
        <p:nvSpPr>
          <p:cNvPr id="33" name="Text 31"/>
          <p:cNvSpPr/>
          <p:nvPr/>
        </p:nvSpPr>
        <p:spPr>
          <a:xfrm>
            <a:off x="7525512" y="4471416"/>
            <a:ext cx="3291840" cy="118872"/>
          </a:xfrm>
          <a:prstGeom prst="rect">
            <a:avLst/>
          </a:prstGeom>
          <a:noFill/>
          <a:ln/>
        </p:spPr>
        <p:txBody>
          <a:bodyPr wrap="square" lIns="0" tIns="0" rIns="0" bIns="0" rtlCol="0" anchor="ctr"/>
          <a:lstStyle/>
          <a:p>
            <a:pPr indent="0" marL="0">
              <a:buNone/>
            </a:pPr>
            <a:r>
              <a:rPr lang="en-US" sz="1250" b="1" dirty="0">
                <a:solidFill>
                  <a:srgbClr val="172033"/>
                </a:solidFill>
                <a:latin typeface="Microsoft YaHei" pitchFamily="34" charset="0"/>
                <a:ea typeface="Microsoft YaHei" pitchFamily="34" charset="-122"/>
                <a:cs typeface="Microsoft YaHei" pitchFamily="34" charset="-120"/>
              </a:rPr>
              <a:t>学情看板</a:t>
            </a:r>
            <a:endParaRPr lang="en-US" sz="1250" dirty="0"/>
          </a:p>
        </p:txBody>
      </p:sp>
      <p:sp>
        <p:nvSpPr>
          <p:cNvPr id="34" name="Shape 32"/>
          <p:cNvSpPr/>
          <p:nvPr/>
        </p:nvSpPr>
        <p:spPr>
          <a:xfrm>
            <a:off x="5285232" y="2962656"/>
            <a:ext cx="1627632" cy="1627632"/>
          </a:xfrm>
          <a:prstGeom prst="ellipse">
            <a:avLst/>
          </a:prstGeom>
          <a:solidFill>
            <a:srgbClr val="FFFFFF"/>
          </a:solidFill>
          <a:ln w="15240">
            <a:solidFill>
              <a:srgbClr val="DDE6EF"/>
            </a:solidFill>
            <a:prstDash val="solid"/>
          </a:ln>
        </p:spPr>
      </p:sp>
      <p:sp>
        <p:nvSpPr>
          <p:cNvPr id="35" name="Text 33"/>
          <p:cNvSpPr/>
          <p:nvPr/>
        </p:nvSpPr>
        <p:spPr>
          <a:xfrm>
            <a:off x="5285232" y="3456432"/>
            <a:ext cx="1627632" cy="347472"/>
          </a:xfrm>
          <a:prstGeom prst="rect">
            <a:avLst/>
          </a:prstGeom>
          <a:noFill/>
          <a:ln/>
        </p:spPr>
        <p:txBody>
          <a:bodyPr wrap="square" lIns="0" tIns="0" rIns="0" bIns="0" rtlCol="0" anchor="ctr">
            <a:normAutofit/>
          </a:bodyPr>
          <a:lstStyle/>
          <a:p>
            <a:pPr algn="ctr" indent="0" marL="0">
              <a:buNone/>
            </a:pPr>
            <a:r>
              <a:rPr lang="en-US" sz="1400" b="1" dirty="0">
                <a:solidFill>
                  <a:srgbClr val="172033"/>
                </a:solidFill>
                <a:latin typeface="Microsoft YaHei" pitchFamily="34" charset="0"/>
                <a:ea typeface="Microsoft YaHei" pitchFamily="34" charset="-122"/>
                <a:cs typeface="Microsoft YaHei" pitchFamily="34" charset="-120"/>
              </a:rPr>
              <a:t>Alethi</a:t>
            </a:r>
            <a:endParaRPr lang="en-US" sz="1400" dirty="0"/>
          </a:p>
          <a:p>
            <a:pPr algn="ctr" indent="0" marL="0">
              <a:buNone/>
            </a:pPr>
            <a:r>
              <a:rPr lang="en-US" sz="1400" b="1" dirty="0">
                <a:solidFill>
                  <a:srgbClr val="172033"/>
                </a:solidFill>
                <a:latin typeface="Microsoft YaHei" pitchFamily="34" charset="0"/>
                <a:ea typeface="Microsoft YaHei" pitchFamily="34" charset="-122"/>
                <a:cs typeface="Microsoft YaHei" pitchFamily="34" charset="-120"/>
              </a:rPr>
              <a:t>code</a:t>
            </a:r>
            <a:endParaRPr lang="en-US" sz="1400" dirty="0"/>
          </a:p>
        </p:txBody>
      </p:sp>
      <p:sp>
        <p:nvSpPr>
          <p:cNvPr id="25" name="Slide Number Placeholder 0"/>
          <p:cNvSpPr>
            <a:spLocks noGrp="1"/>
          </p:cNvSpPr>
          <p:nvPr>
            <p:ph type="sldNum" sz="quarter" idx="4294967295"/>
          </p:nvPr>
        </p:nvSpPr>
        <p:spPr>
          <a:xfrm>
            <a:off x="11475720" y="6556248"/>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6B7A90"/>
                </a:solidFill>
                <a:latin typeface="Microsoft YaHei"/>
                <a:ea typeface="Microsoft YaHei"/>
                <a:cs typeface="Microsoft YaHei"/>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AFC"/>
        </a:solidFill>
      </p:bgPr>
    </p:bg>
    <p:spTree>
      <p:nvGrpSpPr>
        <p:cNvPr id="1" name=""/>
        <p:cNvGrpSpPr/>
        <p:nvPr/>
      </p:nvGrpSpPr>
      <p:grpSpPr>
        <a:xfrm>
          <a:off x="0" y="0"/>
          <a:ext cx="0" cy="0"/>
          <a:chOff x="0" y="0"/>
          <a:chExt cx="0" cy="0"/>
        </a:xfrm>
      </p:grpSpPr>
      <p:sp>
        <p:nvSpPr>
          <p:cNvPr id="2" name="Text 0"/>
          <p:cNvSpPr/>
          <p:nvPr/>
        </p:nvSpPr>
        <p:spPr>
          <a:xfrm>
            <a:off x="566928" y="338328"/>
            <a:ext cx="2926080" cy="182880"/>
          </a:xfrm>
          <a:prstGeom prst="rect">
            <a:avLst/>
          </a:prstGeom>
          <a:noFill/>
          <a:ln/>
        </p:spPr>
        <p:txBody>
          <a:bodyPr wrap="square" lIns="0" tIns="0" rIns="0" bIns="0" rtlCol="0" anchor="ctr"/>
          <a:lstStyle/>
          <a:p>
            <a:pPr indent="0" marL="0">
              <a:buNone/>
            </a:pPr>
            <a:r>
              <a:rPr lang="en-US" sz="800" b="1" dirty="0">
                <a:solidFill>
                  <a:srgbClr val="0F9BA8"/>
                </a:solidFill>
                <a:latin typeface="Microsoft YaHei" pitchFamily="34" charset="0"/>
                <a:ea typeface="Microsoft YaHei" pitchFamily="34" charset="-122"/>
                <a:cs typeface="Microsoft YaHei" pitchFamily="34" charset="-120"/>
              </a:rPr>
              <a:t>LEARNING LOOP</a:t>
            </a:r>
            <a:endParaRPr lang="en-US" sz="800" dirty="0"/>
          </a:p>
        </p:txBody>
      </p:sp>
      <p:sp>
        <p:nvSpPr>
          <p:cNvPr id="3" name="Text 1"/>
          <p:cNvSpPr/>
          <p:nvPr/>
        </p:nvSpPr>
        <p:spPr>
          <a:xfrm>
            <a:off x="566928" y="566928"/>
            <a:ext cx="8229600" cy="438912"/>
          </a:xfrm>
          <a:prstGeom prst="rect">
            <a:avLst/>
          </a:prstGeom>
          <a:noFill/>
          <a:ln/>
        </p:spPr>
        <p:txBody>
          <a:bodyPr wrap="square" lIns="0" tIns="0" rIns="0" bIns="0" rtlCol="0" anchor="ctr">
            <a:normAutofit/>
          </a:bodyPr>
          <a:lstStyle/>
          <a:p>
            <a:pPr indent="0" marL="0">
              <a:buNone/>
            </a:pPr>
            <a:r>
              <a:rPr lang="en-US" sz="2300" b="1" dirty="0">
                <a:solidFill>
                  <a:srgbClr val="172033"/>
                </a:solidFill>
                <a:latin typeface="Microsoft YaHei" pitchFamily="34" charset="0"/>
                <a:ea typeface="Microsoft YaHei" pitchFamily="34" charset="-122"/>
                <a:cs typeface="Microsoft YaHei" pitchFamily="34" charset="-120"/>
              </a:rPr>
              <a:t>教育闭环</a:t>
            </a:r>
            <a:endParaRPr lang="en-US" sz="2300" dirty="0"/>
          </a:p>
        </p:txBody>
      </p:sp>
      <p:sp>
        <p:nvSpPr>
          <p:cNvPr id="4" name="Shape 2"/>
          <p:cNvSpPr/>
          <p:nvPr/>
        </p:nvSpPr>
        <p:spPr>
          <a:xfrm>
            <a:off x="566928" y="1828800"/>
            <a:ext cx="1874520" cy="2450592"/>
          </a:xfrm>
          <a:prstGeom prst="roundRect">
            <a:avLst>
              <a:gd name="adj" fmla="val 3902"/>
            </a:avLst>
          </a:prstGeom>
          <a:solidFill>
            <a:srgbClr val="FFFFFF"/>
          </a:solidFill>
          <a:ln w="8890">
            <a:solidFill>
              <a:srgbClr val="DDE6EF"/>
            </a:solidFill>
            <a:prstDash val="solid"/>
          </a:ln>
          <a:effectLst>
            <a:outerShdw sx="100000" sy="100000" kx="0" ky="0" algn="bl" rotWithShape="0" blurRad="12700" dist="50800" dir="2700000">
              <a:srgbClr val="CBD5E1">
                <a:alpha val="13000"/>
              </a:srgbClr>
            </a:outerShdw>
          </a:effectLst>
        </p:spPr>
      </p:sp>
      <p:sp>
        <p:nvSpPr>
          <p:cNvPr id="5" name="Shape 3"/>
          <p:cNvSpPr/>
          <p:nvPr/>
        </p:nvSpPr>
        <p:spPr>
          <a:xfrm>
            <a:off x="1097280" y="1426464"/>
            <a:ext cx="822960" cy="822960"/>
          </a:xfrm>
          <a:prstGeom prst="ellipse">
            <a:avLst/>
          </a:prstGeom>
          <a:solidFill>
            <a:srgbClr val="0F9BA8"/>
          </a:solidFill>
          <a:ln w="12700">
            <a:solidFill>
              <a:srgbClr val="0F9BA8"/>
            </a:solidFill>
            <a:prstDash val="solid"/>
          </a:ln>
        </p:spPr>
      </p:sp>
      <p:sp>
        <p:nvSpPr>
          <p:cNvPr id="6" name="Text 4"/>
          <p:cNvSpPr/>
          <p:nvPr/>
        </p:nvSpPr>
        <p:spPr>
          <a:xfrm>
            <a:off x="1097280" y="1682496"/>
            <a:ext cx="822960" cy="164592"/>
          </a:xfrm>
          <a:prstGeom prst="rect">
            <a:avLst/>
          </a:prstGeom>
          <a:noFill/>
          <a:ln/>
        </p:spPr>
        <p:txBody>
          <a:bodyPr wrap="square" lIns="0" tIns="0" rIns="0" bIns="0" rtlCol="0" anchor="ctr"/>
          <a:lstStyle/>
          <a:p>
            <a:pPr algn="ctr" indent="0" marL="0">
              <a:buNone/>
            </a:pPr>
            <a:r>
              <a:rPr lang="en-US" sz="1700" b="1" dirty="0">
                <a:solidFill>
                  <a:srgbClr val="FFFFFF"/>
                </a:solidFill>
                <a:latin typeface="Microsoft YaHei" pitchFamily="34" charset="0"/>
                <a:ea typeface="Microsoft YaHei" pitchFamily="34" charset="-122"/>
                <a:cs typeface="Microsoft YaHei" pitchFamily="34" charset="-120"/>
              </a:rPr>
              <a:t>学</a:t>
            </a:r>
            <a:endParaRPr lang="en-US" sz="1700" dirty="0"/>
          </a:p>
        </p:txBody>
      </p:sp>
      <p:sp>
        <p:nvSpPr>
          <p:cNvPr id="7" name="Text 5"/>
          <p:cNvSpPr/>
          <p:nvPr/>
        </p:nvSpPr>
        <p:spPr>
          <a:xfrm>
            <a:off x="768096" y="2450592"/>
            <a:ext cx="1481328" cy="201168"/>
          </a:xfrm>
          <a:prstGeom prst="rect">
            <a:avLst/>
          </a:prstGeom>
          <a:noFill/>
          <a:ln/>
        </p:spPr>
        <p:txBody>
          <a:bodyPr wrap="square" lIns="0" tIns="0" rIns="0" bIns="0" rtlCol="0" anchor="ctr"/>
          <a:lstStyle/>
          <a:p>
            <a:pPr algn="ctr" indent="0" marL="0">
              <a:buNone/>
            </a:pPr>
            <a:r>
              <a:rPr lang="en-US" sz="1200" b="1" dirty="0">
                <a:solidFill>
                  <a:srgbClr val="172033"/>
                </a:solidFill>
                <a:latin typeface="Microsoft YaHei" pitchFamily="34" charset="0"/>
                <a:ea typeface="Microsoft YaHei" pitchFamily="34" charset="-122"/>
                <a:cs typeface="Microsoft YaHei" pitchFamily="34" charset="-120"/>
              </a:rPr>
              <a:t>课程内容问答</a:t>
            </a:r>
            <a:endParaRPr lang="en-US" sz="1200" dirty="0"/>
          </a:p>
        </p:txBody>
      </p:sp>
      <p:sp>
        <p:nvSpPr>
          <p:cNvPr id="8" name="Text 6"/>
          <p:cNvSpPr/>
          <p:nvPr/>
        </p:nvSpPr>
        <p:spPr>
          <a:xfrm>
            <a:off x="795528" y="3044952"/>
            <a:ext cx="1417320" cy="438912"/>
          </a:xfrm>
          <a:prstGeom prst="rect">
            <a:avLst/>
          </a:prstGeom>
          <a:noFill/>
          <a:ln/>
        </p:spPr>
        <p:txBody>
          <a:bodyPr wrap="square" lIns="0" tIns="0" rIns="0" bIns="0" rtlCol="0" anchor="ctr">
            <a:normAutofit/>
          </a:bodyPr>
          <a:lstStyle/>
          <a:p>
            <a:pPr algn="ctr" indent="0" marL="0">
              <a:buNone/>
            </a:pPr>
            <a:r>
              <a:rPr lang="en-US" sz="860" dirty="0">
                <a:solidFill>
                  <a:srgbClr val="62718A"/>
                </a:solidFill>
                <a:latin typeface="Microsoft YaHei" pitchFamily="34" charset="0"/>
                <a:ea typeface="Microsoft YaHei" pitchFamily="34" charset="-122"/>
                <a:cs typeface="Microsoft YaHei" pitchFamily="34" charset="-120"/>
              </a:rPr>
              <a:t>把课件变成可检索证据</a:t>
            </a:r>
            <a:endParaRPr lang="en-US" sz="860" dirty="0"/>
          </a:p>
        </p:txBody>
      </p:sp>
      <p:sp>
        <p:nvSpPr>
          <p:cNvPr id="9" name="Shape 7"/>
          <p:cNvSpPr/>
          <p:nvPr/>
        </p:nvSpPr>
        <p:spPr>
          <a:xfrm>
            <a:off x="2468880" y="3026664"/>
            <a:ext cx="347472" cy="0"/>
          </a:xfrm>
          <a:prstGeom prst="line">
            <a:avLst/>
          </a:prstGeom>
          <a:noFill/>
          <a:ln w="22860">
            <a:solidFill>
              <a:srgbClr val="DDE6EF"/>
            </a:solidFill>
            <a:prstDash val="solid"/>
            <a:tailEnd type="triangle"/>
          </a:ln>
        </p:spPr>
      </p:sp>
      <p:sp>
        <p:nvSpPr>
          <p:cNvPr id="10" name="Shape 8"/>
          <p:cNvSpPr/>
          <p:nvPr/>
        </p:nvSpPr>
        <p:spPr>
          <a:xfrm>
            <a:off x="2852928" y="1828800"/>
            <a:ext cx="1874520" cy="2450592"/>
          </a:xfrm>
          <a:prstGeom prst="roundRect">
            <a:avLst>
              <a:gd name="adj" fmla="val 3902"/>
            </a:avLst>
          </a:prstGeom>
          <a:solidFill>
            <a:srgbClr val="FFFFFF"/>
          </a:solidFill>
          <a:ln w="8890">
            <a:solidFill>
              <a:srgbClr val="DDE6EF"/>
            </a:solidFill>
            <a:prstDash val="solid"/>
          </a:ln>
          <a:effectLst>
            <a:outerShdw sx="100000" sy="100000" kx="0" ky="0" algn="bl" rotWithShape="0" blurRad="12700" dist="50800" dir="2700000">
              <a:srgbClr val="CBD5E1">
                <a:alpha val="13000"/>
              </a:srgbClr>
            </a:outerShdw>
          </a:effectLst>
        </p:spPr>
      </p:sp>
      <p:sp>
        <p:nvSpPr>
          <p:cNvPr id="11" name="Shape 9"/>
          <p:cNvSpPr/>
          <p:nvPr/>
        </p:nvSpPr>
        <p:spPr>
          <a:xfrm>
            <a:off x="3383280" y="1426464"/>
            <a:ext cx="822960" cy="822960"/>
          </a:xfrm>
          <a:prstGeom prst="ellipse">
            <a:avLst/>
          </a:prstGeom>
          <a:solidFill>
            <a:srgbClr val="2563EB"/>
          </a:solidFill>
          <a:ln w="12700">
            <a:solidFill>
              <a:srgbClr val="2563EB"/>
            </a:solidFill>
            <a:prstDash val="solid"/>
          </a:ln>
        </p:spPr>
      </p:sp>
      <p:sp>
        <p:nvSpPr>
          <p:cNvPr id="12" name="Text 10"/>
          <p:cNvSpPr/>
          <p:nvPr/>
        </p:nvSpPr>
        <p:spPr>
          <a:xfrm>
            <a:off x="3383280" y="1682496"/>
            <a:ext cx="822960" cy="164592"/>
          </a:xfrm>
          <a:prstGeom prst="rect">
            <a:avLst/>
          </a:prstGeom>
          <a:noFill/>
          <a:ln/>
        </p:spPr>
        <p:txBody>
          <a:bodyPr wrap="square" lIns="0" tIns="0" rIns="0" bIns="0" rtlCol="0" anchor="ctr"/>
          <a:lstStyle/>
          <a:p>
            <a:pPr algn="ctr" indent="0" marL="0">
              <a:buNone/>
            </a:pPr>
            <a:r>
              <a:rPr lang="en-US" sz="1700" b="1" dirty="0">
                <a:solidFill>
                  <a:srgbClr val="FFFFFF"/>
                </a:solidFill>
                <a:latin typeface="Microsoft YaHei" pitchFamily="34" charset="0"/>
                <a:ea typeface="Microsoft YaHei" pitchFamily="34" charset="-122"/>
                <a:cs typeface="Microsoft YaHei" pitchFamily="34" charset="-120"/>
              </a:rPr>
              <a:t>练</a:t>
            </a:r>
            <a:endParaRPr lang="en-US" sz="1700" dirty="0"/>
          </a:p>
        </p:txBody>
      </p:sp>
      <p:sp>
        <p:nvSpPr>
          <p:cNvPr id="13" name="Text 11"/>
          <p:cNvSpPr/>
          <p:nvPr/>
        </p:nvSpPr>
        <p:spPr>
          <a:xfrm>
            <a:off x="3054096" y="2450592"/>
            <a:ext cx="1481328" cy="201168"/>
          </a:xfrm>
          <a:prstGeom prst="rect">
            <a:avLst/>
          </a:prstGeom>
          <a:noFill/>
          <a:ln/>
        </p:spPr>
        <p:txBody>
          <a:bodyPr wrap="square" lIns="0" tIns="0" rIns="0" bIns="0" rtlCol="0" anchor="ctr"/>
          <a:lstStyle/>
          <a:p>
            <a:pPr algn="ctr" indent="0" marL="0">
              <a:buNone/>
            </a:pPr>
            <a:r>
              <a:rPr lang="en-US" sz="1200" b="1" dirty="0">
                <a:solidFill>
                  <a:srgbClr val="172033"/>
                </a:solidFill>
                <a:latin typeface="Microsoft YaHei" pitchFamily="34" charset="0"/>
                <a:ea typeface="Microsoft YaHei" pitchFamily="34" charset="-122"/>
                <a:cs typeface="Microsoft YaHei" pitchFamily="34" charset="-120"/>
              </a:rPr>
              <a:t>真实代码提交</a:t>
            </a:r>
            <a:endParaRPr lang="en-US" sz="1200" dirty="0"/>
          </a:p>
        </p:txBody>
      </p:sp>
      <p:sp>
        <p:nvSpPr>
          <p:cNvPr id="14" name="Text 12"/>
          <p:cNvSpPr/>
          <p:nvPr/>
        </p:nvSpPr>
        <p:spPr>
          <a:xfrm>
            <a:off x="3081528" y="3044952"/>
            <a:ext cx="1417320" cy="438912"/>
          </a:xfrm>
          <a:prstGeom prst="rect">
            <a:avLst/>
          </a:prstGeom>
          <a:noFill/>
          <a:ln/>
        </p:spPr>
        <p:txBody>
          <a:bodyPr wrap="square" lIns="0" tIns="0" rIns="0" bIns="0" rtlCol="0" anchor="ctr">
            <a:normAutofit/>
          </a:bodyPr>
          <a:lstStyle/>
          <a:p>
            <a:pPr algn="ctr" indent="0" marL="0">
              <a:buNone/>
            </a:pPr>
            <a:r>
              <a:rPr lang="en-US" sz="860" dirty="0">
                <a:solidFill>
                  <a:srgbClr val="62718A"/>
                </a:solidFill>
                <a:latin typeface="Microsoft YaHei" pitchFamily="34" charset="0"/>
                <a:ea typeface="Microsoft YaHei" pitchFamily="34" charset="-122"/>
                <a:cs typeface="Microsoft YaHei" pitchFamily="34" charset="-120"/>
              </a:rPr>
              <a:t>Judge 执行代码并返回结果</a:t>
            </a:r>
            <a:endParaRPr lang="en-US" sz="860" dirty="0"/>
          </a:p>
        </p:txBody>
      </p:sp>
      <p:sp>
        <p:nvSpPr>
          <p:cNvPr id="15" name="Shape 13"/>
          <p:cNvSpPr/>
          <p:nvPr/>
        </p:nvSpPr>
        <p:spPr>
          <a:xfrm>
            <a:off x="4754880" y="3026664"/>
            <a:ext cx="347472" cy="0"/>
          </a:xfrm>
          <a:prstGeom prst="line">
            <a:avLst/>
          </a:prstGeom>
          <a:noFill/>
          <a:ln w="22860">
            <a:solidFill>
              <a:srgbClr val="DDE6EF"/>
            </a:solidFill>
            <a:prstDash val="solid"/>
            <a:tailEnd type="triangle"/>
          </a:ln>
        </p:spPr>
      </p:sp>
      <p:sp>
        <p:nvSpPr>
          <p:cNvPr id="16" name="Shape 14"/>
          <p:cNvSpPr/>
          <p:nvPr/>
        </p:nvSpPr>
        <p:spPr>
          <a:xfrm>
            <a:off x="5138928" y="1828800"/>
            <a:ext cx="1874520" cy="2450592"/>
          </a:xfrm>
          <a:prstGeom prst="roundRect">
            <a:avLst>
              <a:gd name="adj" fmla="val 3902"/>
            </a:avLst>
          </a:prstGeom>
          <a:solidFill>
            <a:srgbClr val="FFFFFF"/>
          </a:solidFill>
          <a:ln w="8890">
            <a:solidFill>
              <a:srgbClr val="DDE6EF"/>
            </a:solidFill>
            <a:prstDash val="solid"/>
          </a:ln>
          <a:effectLst>
            <a:outerShdw sx="100000" sy="100000" kx="0" ky="0" algn="bl" rotWithShape="0" blurRad="12700" dist="50800" dir="2700000">
              <a:srgbClr val="CBD5E1">
                <a:alpha val="13000"/>
              </a:srgbClr>
            </a:outerShdw>
          </a:effectLst>
        </p:spPr>
      </p:sp>
      <p:sp>
        <p:nvSpPr>
          <p:cNvPr id="17" name="Shape 15"/>
          <p:cNvSpPr/>
          <p:nvPr/>
        </p:nvSpPr>
        <p:spPr>
          <a:xfrm>
            <a:off x="5669280" y="1426464"/>
            <a:ext cx="822960" cy="822960"/>
          </a:xfrm>
          <a:prstGeom prst="ellipse">
            <a:avLst/>
          </a:prstGeom>
          <a:solidFill>
            <a:srgbClr val="E6508A"/>
          </a:solidFill>
          <a:ln w="12700">
            <a:solidFill>
              <a:srgbClr val="E6508A"/>
            </a:solidFill>
            <a:prstDash val="solid"/>
          </a:ln>
        </p:spPr>
      </p:sp>
      <p:sp>
        <p:nvSpPr>
          <p:cNvPr id="18" name="Text 16"/>
          <p:cNvSpPr/>
          <p:nvPr/>
        </p:nvSpPr>
        <p:spPr>
          <a:xfrm>
            <a:off x="5669280" y="1682496"/>
            <a:ext cx="822960" cy="164592"/>
          </a:xfrm>
          <a:prstGeom prst="rect">
            <a:avLst/>
          </a:prstGeom>
          <a:noFill/>
          <a:ln/>
        </p:spPr>
        <p:txBody>
          <a:bodyPr wrap="square" lIns="0" tIns="0" rIns="0" bIns="0" rtlCol="0" anchor="ctr"/>
          <a:lstStyle/>
          <a:p>
            <a:pPr algn="ctr" indent="0" marL="0">
              <a:buNone/>
            </a:pPr>
            <a:r>
              <a:rPr lang="en-US" sz="1700" b="1" dirty="0">
                <a:solidFill>
                  <a:srgbClr val="FFFFFF"/>
                </a:solidFill>
                <a:latin typeface="Microsoft YaHei" pitchFamily="34" charset="0"/>
                <a:ea typeface="Microsoft YaHei" pitchFamily="34" charset="-122"/>
                <a:cs typeface="Microsoft YaHei" pitchFamily="34" charset="-120"/>
              </a:rPr>
              <a:t>诊</a:t>
            </a:r>
            <a:endParaRPr lang="en-US" sz="1700" dirty="0"/>
          </a:p>
        </p:txBody>
      </p:sp>
      <p:sp>
        <p:nvSpPr>
          <p:cNvPr id="19" name="Text 17"/>
          <p:cNvSpPr/>
          <p:nvPr/>
        </p:nvSpPr>
        <p:spPr>
          <a:xfrm>
            <a:off x="5340096" y="2450592"/>
            <a:ext cx="1481328" cy="201168"/>
          </a:xfrm>
          <a:prstGeom prst="rect">
            <a:avLst/>
          </a:prstGeom>
          <a:noFill/>
          <a:ln/>
        </p:spPr>
        <p:txBody>
          <a:bodyPr wrap="square" lIns="0" tIns="0" rIns="0" bIns="0" rtlCol="0" anchor="ctr"/>
          <a:lstStyle/>
          <a:p>
            <a:pPr algn="ctr" indent="0" marL="0">
              <a:buNone/>
            </a:pPr>
            <a:r>
              <a:rPr lang="en-US" sz="1200" b="1" dirty="0">
                <a:solidFill>
                  <a:srgbClr val="172033"/>
                </a:solidFill>
                <a:latin typeface="Microsoft YaHei" pitchFamily="34" charset="0"/>
                <a:ea typeface="Microsoft YaHei" pitchFamily="34" charset="-122"/>
                <a:cs typeface="Microsoft YaHei" pitchFamily="34" charset="-120"/>
              </a:rPr>
              <a:t>AI 错误诊断</a:t>
            </a:r>
            <a:endParaRPr lang="en-US" sz="1200" dirty="0"/>
          </a:p>
        </p:txBody>
      </p:sp>
      <p:sp>
        <p:nvSpPr>
          <p:cNvPr id="20" name="Text 18"/>
          <p:cNvSpPr/>
          <p:nvPr/>
        </p:nvSpPr>
        <p:spPr>
          <a:xfrm>
            <a:off x="5367528" y="3044952"/>
            <a:ext cx="1417320" cy="438912"/>
          </a:xfrm>
          <a:prstGeom prst="rect">
            <a:avLst/>
          </a:prstGeom>
          <a:noFill/>
          <a:ln/>
        </p:spPr>
        <p:txBody>
          <a:bodyPr wrap="square" lIns="0" tIns="0" rIns="0" bIns="0" rtlCol="0" anchor="ctr">
            <a:normAutofit/>
          </a:bodyPr>
          <a:lstStyle/>
          <a:p>
            <a:pPr algn="ctr" indent="0" marL="0">
              <a:buNone/>
            </a:pPr>
            <a:r>
              <a:rPr lang="en-US" sz="860" dirty="0">
                <a:solidFill>
                  <a:srgbClr val="62718A"/>
                </a:solidFill>
                <a:latin typeface="Microsoft YaHei" pitchFamily="34" charset="0"/>
                <a:ea typeface="Microsoft YaHei" pitchFamily="34" charset="-122"/>
                <a:cs typeface="Microsoft YaHei" pitchFamily="34" charset="-120"/>
              </a:rPr>
              <a:t>解释错误根因与修复方向</a:t>
            </a:r>
            <a:endParaRPr lang="en-US" sz="860" dirty="0"/>
          </a:p>
        </p:txBody>
      </p:sp>
      <p:sp>
        <p:nvSpPr>
          <p:cNvPr id="21" name="Shape 19"/>
          <p:cNvSpPr/>
          <p:nvPr/>
        </p:nvSpPr>
        <p:spPr>
          <a:xfrm>
            <a:off x="7040880" y="3026664"/>
            <a:ext cx="347472" cy="0"/>
          </a:xfrm>
          <a:prstGeom prst="line">
            <a:avLst/>
          </a:prstGeom>
          <a:noFill/>
          <a:ln w="22860">
            <a:solidFill>
              <a:srgbClr val="DDE6EF"/>
            </a:solidFill>
            <a:prstDash val="solid"/>
            <a:tailEnd type="triangle"/>
          </a:ln>
        </p:spPr>
      </p:sp>
      <p:sp>
        <p:nvSpPr>
          <p:cNvPr id="22" name="Shape 20"/>
          <p:cNvSpPr/>
          <p:nvPr/>
        </p:nvSpPr>
        <p:spPr>
          <a:xfrm>
            <a:off x="7424928" y="1828800"/>
            <a:ext cx="1874520" cy="2450592"/>
          </a:xfrm>
          <a:prstGeom prst="roundRect">
            <a:avLst>
              <a:gd name="adj" fmla="val 3902"/>
            </a:avLst>
          </a:prstGeom>
          <a:solidFill>
            <a:srgbClr val="FFFFFF"/>
          </a:solidFill>
          <a:ln w="8890">
            <a:solidFill>
              <a:srgbClr val="DDE6EF"/>
            </a:solidFill>
            <a:prstDash val="solid"/>
          </a:ln>
          <a:effectLst>
            <a:outerShdw sx="100000" sy="100000" kx="0" ky="0" algn="bl" rotWithShape="0" blurRad="12700" dist="50800" dir="2700000">
              <a:srgbClr val="CBD5E1">
                <a:alpha val="13000"/>
              </a:srgbClr>
            </a:outerShdw>
          </a:effectLst>
        </p:spPr>
      </p:sp>
      <p:sp>
        <p:nvSpPr>
          <p:cNvPr id="23" name="Shape 21"/>
          <p:cNvSpPr/>
          <p:nvPr/>
        </p:nvSpPr>
        <p:spPr>
          <a:xfrm>
            <a:off x="7955280" y="1426464"/>
            <a:ext cx="822960" cy="822960"/>
          </a:xfrm>
          <a:prstGeom prst="ellipse">
            <a:avLst/>
          </a:prstGeom>
          <a:solidFill>
            <a:srgbClr val="F59E0B"/>
          </a:solidFill>
          <a:ln w="12700">
            <a:solidFill>
              <a:srgbClr val="F59E0B"/>
            </a:solidFill>
            <a:prstDash val="solid"/>
          </a:ln>
        </p:spPr>
      </p:sp>
      <p:sp>
        <p:nvSpPr>
          <p:cNvPr id="24" name="Text 22"/>
          <p:cNvSpPr/>
          <p:nvPr/>
        </p:nvSpPr>
        <p:spPr>
          <a:xfrm>
            <a:off x="7955280" y="1682496"/>
            <a:ext cx="822960" cy="164592"/>
          </a:xfrm>
          <a:prstGeom prst="rect">
            <a:avLst/>
          </a:prstGeom>
          <a:noFill/>
          <a:ln/>
        </p:spPr>
        <p:txBody>
          <a:bodyPr wrap="square" lIns="0" tIns="0" rIns="0" bIns="0" rtlCol="0" anchor="ctr"/>
          <a:lstStyle/>
          <a:p>
            <a:pPr algn="ctr" indent="0" marL="0">
              <a:buNone/>
            </a:pPr>
            <a:r>
              <a:rPr lang="en-US" sz="1700" b="1" dirty="0">
                <a:solidFill>
                  <a:srgbClr val="FFFFFF"/>
                </a:solidFill>
                <a:latin typeface="Microsoft YaHei" pitchFamily="34" charset="0"/>
                <a:ea typeface="Microsoft YaHei" pitchFamily="34" charset="-122"/>
                <a:cs typeface="Microsoft YaHei" pitchFamily="34" charset="-120"/>
              </a:rPr>
              <a:t>复</a:t>
            </a:r>
            <a:endParaRPr lang="en-US" sz="1700" dirty="0"/>
          </a:p>
        </p:txBody>
      </p:sp>
      <p:sp>
        <p:nvSpPr>
          <p:cNvPr id="25" name="Text 23"/>
          <p:cNvSpPr/>
          <p:nvPr/>
        </p:nvSpPr>
        <p:spPr>
          <a:xfrm>
            <a:off x="7626096" y="2450592"/>
            <a:ext cx="1481328" cy="201168"/>
          </a:xfrm>
          <a:prstGeom prst="rect">
            <a:avLst/>
          </a:prstGeom>
          <a:noFill/>
          <a:ln/>
        </p:spPr>
        <p:txBody>
          <a:bodyPr wrap="square" lIns="0" tIns="0" rIns="0" bIns="0" rtlCol="0" anchor="ctr"/>
          <a:lstStyle/>
          <a:p>
            <a:pPr algn="ctr" indent="0" marL="0">
              <a:buNone/>
            </a:pPr>
            <a:r>
              <a:rPr lang="en-US" sz="1200" b="1" dirty="0">
                <a:solidFill>
                  <a:srgbClr val="172033"/>
                </a:solidFill>
                <a:latin typeface="Microsoft YaHei" pitchFamily="34" charset="0"/>
                <a:ea typeface="Microsoft YaHei" pitchFamily="34" charset="-122"/>
                <a:cs typeface="Microsoft YaHei" pitchFamily="34" charset="-120"/>
              </a:rPr>
              <a:t>错题专项复习</a:t>
            </a:r>
            <a:endParaRPr lang="en-US" sz="1200" dirty="0"/>
          </a:p>
        </p:txBody>
      </p:sp>
      <p:sp>
        <p:nvSpPr>
          <p:cNvPr id="26" name="Text 24"/>
          <p:cNvSpPr/>
          <p:nvPr/>
        </p:nvSpPr>
        <p:spPr>
          <a:xfrm>
            <a:off x="7653528" y="3044952"/>
            <a:ext cx="1417320" cy="438912"/>
          </a:xfrm>
          <a:prstGeom prst="rect">
            <a:avLst/>
          </a:prstGeom>
          <a:noFill/>
          <a:ln/>
        </p:spPr>
        <p:txBody>
          <a:bodyPr wrap="square" lIns="0" tIns="0" rIns="0" bIns="0" rtlCol="0" anchor="ctr">
            <a:normAutofit/>
          </a:bodyPr>
          <a:lstStyle/>
          <a:p>
            <a:pPr algn="ctr" indent="0" marL="0">
              <a:buNone/>
            </a:pPr>
            <a:r>
              <a:rPr lang="en-US" sz="860" dirty="0">
                <a:solidFill>
                  <a:srgbClr val="62718A"/>
                </a:solidFill>
                <a:latin typeface="Microsoft YaHei" pitchFamily="34" charset="0"/>
                <a:ea typeface="Microsoft YaHei" pitchFamily="34" charset="-122"/>
                <a:cs typeface="Microsoft YaHei" pitchFamily="34" charset="-120"/>
              </a:rPr>
              <a:t>把错误转化为复习任务</a:t>
            </a:r>
            <a:endParaRPr lang="en-US" sz="860" dirty="0"/>
          </a:p>
        </p:txBody>
      </p:sp>
      <p:sp>
        <p:nvSpPr>
          <p:cNvPr id="27" name="Shape 25"/>
          <p:cNvSpPr/>
          <p:nvPr/>
        </p:nvSpPr>
        <p:spPr>
          <a:xfrm>
            <a:off x="9326880" y="3026664"/>
            <a:ext cx="347472" cy="0"/>
          </a:xfrm>
          <a:prstGeom prst="line">
            <a:avLst/>
          </a:prstGeom>
          <a:noFill/>
          <a:ln w="22860">
            <a:solidFill>
              <a:srgbClr val="DDE6EF"/>
            </a:solidFill>
            <a:prstDash val="solid"/>
            <a:tailEnd type="triangle"/>
          </a:ln>
        </p:spPr>
      </p:sp>
      <p:sp>
        <p:nvSpPr>
          <p:cNvPr id="28" name="Shape 26"/>
          <p:cNvSpPr/>
          <p:nvPr/>
        </p:nvSpPr>
        <p:spPr>
          <a:xfrm>
            <a:off x="9710928" y="1828800"/>
            <a:ext cx="1874520" cy="2450592"/>
          </a:xfrm>
          <a:prstGeom prst="roundRect">
            <a:avLst>
              <a:gd name="adj" fmla="val 3902"/>
            </a:avLst>
          </a:prstGeom>
          <a:solidFill>
            <a:srgbClr val="FFFFFF"/>
          </a:solidFill>
          <a:ln w="8890">
            <a:solidFill>
              <a:srgbClr val="DDE6EF"/>
            </a:solidFill>
            <a:prstDash val="solid"/>
          </a:ln>
          <a:effectLst>
            <a:outerShdw sx="100000" sy="100000" kx="0" ky="0" algn="bl" rotWithShape="0" blurRad="12700" dist="50800" dir="2700000">
              <a:srgbClr val="CBD5E1">
                <a:alpha val="13000"/>
              </a:srgbClr>
            </a:outerShdw>
          </a:effectLst>
        </p:spPr>
      </p:sp>
      <p:sp>
        <p:nvSpPr>
          <p:cNvPr id="29" name="Shape 27"/>
          <p:cNvSpPr/>
          <p:nvPr/>
        </p:nvSpPr>
        <p:spPr>
          <a:xfrm>
            <a:off x="10241280" y="1426464"/>
            <a:ext cx="822960" cy="822960"/>
          </a:xfrm>
          <a:prstGeom prst="ellipse">
            <a:avLst/>
          </a:prstGeom>
          <a:solidFill>
            <a:srgbClr val="2CB67D"/>
          </a:solidFill>
          <a:ln w="12700">
            <a:solidFill>
              <a:srgbClr val="2CB67D"/>
            </a:solidFill>
            <a:prstDash val="solid"/>
          </a:ln>
        </p:spPr>
      </p:sp>
      <p:sp>
        <p:nvSpPr>
          <p:cNvPr id="30" name="Text 28"/>
          <p:cNvSpPr/>
          <p:nvPr/>
        </p:nvSpPr>
        <p:spPr>
          <a:xfrm>
            <a:off x="10241280" y="1682496"/>
            <a:ext cx="822960" cy="164592"/>
          </a:xfrm>
          <a:prstGeom prst="rect">
            <a:avLst/>
          </a:prstGeom>
          <a:noFill/>
          <a:ln/>
        </p:spPr>
        <p:txBody>
          <a:bodyPr wrap="square" lIns="0" tIns="0" rIns="0" bIns="0" rtlCol="0" anchor="ctr"/>
          <a:lstStyle/>
          <a:p>
            <a:pPr algn="ctr" indent="0" marL="0">
              <a:buNone/>
            </a:pPr>
            <a:r>
              <a:rPr lang="en-US" sz="1700" b="1" dirty="0">
                <a:solidFill>
                  <a:srgbClr val="FFFFFF"/>
                </a:solidFill>
                <a:latin typeface="Microsoft YaHei" pitchFamily="34" charset="0"/>
                <a:ea typeface="Microsoft YaHei" pitchFamily="34" charset="-122"/>
                <a:cs typeface="Microsoft YaHei" pitchFamily="34" charset="-120"/>
              </a:rPr>
              <a:t>析</a:t>
            </a:r>
            <a:endParaRPr lang="en-US" sz="1700" dirty="0"/>
          </a:p>
        </p:txBody>
      </p:sp>
      <p:sp>
        <p:nvSpPr>
          <p:cNvPr id="31" name="Text 29"/>
          <p:cNvSpPr/>
          <p:nvPr/>
        </p:nvSpPr>
        <p:spPr>
          <a:xfrm>
            <a:off x="9912096" y="2450592"/>
            <a:ext cx="1481328" cy="201168"/>
          </a:xfrm>
          <a:prstGeom prst="rect">
            <a:avLst/>
          </a:prstGeom>
          <a:noFill/>
          <a:ln/>
        </p:spPr>
        <p:txBody>
          <a:bodyPr wrap="square" lIns="0" tIns="0" rIns="0" bIns="0" rtlCol="0" anchor="ctr"/>
          <a:lstStyle/>
          <a:p>
            <a:pPr algn="ctr" indent="0" marL="0">
              <a:buNone/>
            </a:pPr>
            <a:r>
              <a:rPr lang="en-US" sz="1200" b="1" dirty="0">
                <a:solidFill>
                  <a:srgbClr val="172033"/>
                </a:solidFill>
                <a:latin typeface="Microsoft YaHei" pitchFamily="34" charset="0"/>
                <a:ea typeface="Microsoft YaHei" pitchFamily="34" charset="-122"/>
                <a:cs typeface="Microsoft YaHei" pitchFamily="34" charset="-120"/>
              </a:rPr>
              <a:t>教师学情看板</a:t>
            </a:r>
            <a:endParaRPr lang="en-US" sz="1200" dirty="0"/>
          </a:p>
        </p:txBody>
      </p:sp>
      <p:sp>
        <p:nvSpPr>
          <p:cNvPr id="32" name="Text 30"/>
          <p:cNvSpPr/>
          <p:nvPr/>
        </p:nvSpPr>
        <p:spPr>
          <a:xfrm>
            <a:off x="9939528" y="3044952"/>
            <a:ext cx="1417320" cy="438912"/>
          </a:xfrm>
          <a:prstGeom prst="rect">
            <a:avLst/>
          </a:prstGeom>
          <a:noFill/>
          <a:ln/>
        </p:spPr>
        <p:txBody>
          <a:bodyPr wrap="square" lIns="0" tIns="0" rIns="0" bIns="0" rtlCol="0" anchor="ctr">
            <a:normAutofit/>
          </a:bodyPr>
          <a:lstStyle/>
          <a:p>
            <a:pPr algn="ctr" indent="0" marL="0">
              <a:buNone/>
            </a:pPr>
            <a:r>
              <a:rPr lang="en-US" sz="860" dirty="0">
                <a:solidFill>
                  <a:srgbClr val="62718A"/>
                </a:solidFill>
                <a:latin typeface="Microsoft YaHei" pitchFamily="34" charset="0"/>
                <a:ea typeface="Microsoft YaHei" pitchFamily="34" charset="-122"/>
                <a:cs typeface="Microsoft YaHei" pitchFamily="34" charset="-120"/>
              </a:rPr>
              <a:t>定位薄弱知识点与风险学生</a:t>
            </a:r>
            <a:endParaRPr lang="en-US" sz="860" dirty="0"/>
          </a:p>
        </p:txBody>
      </p:sp>
      <p:sp>
        <p:nvSpPr>
          <p:cNvPr id="33" name="Text 31"/>
          <p:cNvSpPr/>
          <p:nvPr/>
        </p:nvSpPr>
        <p:spPr>
          <a:xfrm>
            <a:off x="2560320" y="5074920"/>
            <a:ext cx="7223760" cy="228600"/>
          </a:xfrm>
          <a:prstGeom prst="rect">
            <a:avLst/>
          </a:prstGeom>
          <a:noFill/>
          <a:ln/>
        </p:spPr>
        <p:txBody>
          <a:bodyPr wrap="square" lIns="0" tIns="0" rIns="0" bIns="0" rtlCol="0" anchor="ctr"/>
          <a:lstStyle/>
          <a:p>
            <a:pPr algn="ctr" indent="0" marL="0">
              <a:buNone/>
            </a:pPr>
            <a:r>
              <a:rPr lang="en-US" sz="1400" b="1" dirty="0">
                <a:solidFill>
                  <a:srgbClr val="0F9BA8"/>
                </a:solidFill>
                <a:latin typeface="Microsoft YaHei" pitchFamily="34" charset="0"/>
                <a:ea typeface="Microsoft YaHei" pitchFamily="34" charset="-122"/>
                <a:cs typeface="Microsoft YaHei" pitchFamily="34" charset="-120"/>
              </a:rPr>
              <a:t>关键：每个环节的数据都能流向下一个教学环节。</a:t>
            </a:r>
            <a:endParaRPr lang="en-US" sz="1400" dirty="0"/>
          </a:p>
        </p:txBody>
      </p:sp>
      <p:sp>
        <p:nvSpPr>
          <p:cNvPr id="25" name="Slide Number Placeholder 0"/>
          <p:cNvSpPr>
            <a:spLocks noGrp="1"/>
          </p:cNvSpPr>
          <p:nvPr>
            <p:ph type="sldNum" sz="quarter" idx="4294967295"/>
          </p:nvPr>
        </p:nvSpPr>
        <p:spPr>
          <a:xfrm>
            <a:off x="11475720" y="6556248"/>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6B7A90"/>
                </a:solidFill>
                <a:latin typeface="Microsoft YaHei"/>
                <a:ea typeface="Microsoft YaHei"/>
                <a:cs typeface="Microsoft YaHei"/>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AFC"/>
        </a:solidFill>
      </p:bgPr>
    </p:bg>
    <p:spTree>
      <p:nvGrpSpPr>
        <p:cNvPr id="1" name=""/>
        <p:cNvGrpSpPr/>
        <p:nvPr/>
      </p:nvGrpSpPr>
      <p:grpSpPr>
        <a:xfrm>
          <a:off x="0" y="0"/>
          <a:ext cx="0" cy="0"/>
          <a:chOff x="0" y="0"/>
          <a:chExt cx="0" cy="0"/>
        </a:xfrm>
      </p:grpSpPr>
      <p:sp>
        <p:nvSpPr>
          <p:cNvPr id="2" name="Text 0"/>
          <p:cNvSpPr/>
          <p:nvPr/>
        </p:nvSpPr>
        <p:spPr>
          <a:xfrm>
            <a:off x="566928" y="338328"/>
            <a:ext cx="2926080" cy="182880"/>
          </a:xfrm>
          <a:prstGeom prst="rect">
            <a:avLst/>
          </a:prstGeom>
          <a:noFill/>
          <a:ln/>
        </p:spPr>
        <p:txBody>
          <a:bodyPr wrap="square" lIns="0" tIns="0" rIns="0" bIns="0" rtlCol="0" anchor="ctr"/>
          <a:lstStyle/>
          <a:p>
            <a:pPr indent="0" marL="0">
              <a:buNone/>
            </a:pPr>
            <a:r>
              <a:rPr lang="en-US" sz="800" b="1" dirty="0">
                <a:solidFill>
                  <a:srgbClr val="0F9BA8"/>
                </a:solidFill>
                <a:latin typeface="Microsoft YaHei" pitchFamily="34" charset="0"/>
                <a:ea typeface="Microsoft YaHei" pitchFamily="34" charset="-122"/>
                <a:cs typeface="Microsoft YaHei" pitchFamily="34" charset="-120"/>
              </a:rPr>
              <a:t>AI TUTOR</a:t>
            </a:r>
            <a:endParaRPr lang="en-US" sz="800" dirty="0"/>
          </a:p>
        </p:txBody>
      </p:sp>
      <p:sp>
        <p:nvSpPr>
          <p:cNvPr id="3" name="Text 1"/>
          <p:cNvSpPr/>
          <p:nvPr/>
        </p:nvSpPr>
        <p:spPr>
          <a:xfrm>
            <a:off x="566928" y="566928"/>
            <a:ext cx="8229600" cy="438912"/>
          </a:xfrm>
          <a:prstGeom prst="rect">
            <a:avLst/>
          </a:prstGeom>
          <a:noFill/>
          <a:ln/>
        </p:spPr>
        <p:txBody>
          <a:bodyPr wrap="square" lIns="0" tIns="0" rIns="0" bIns="0" rtlCol="0" anchor="ctr">
            <a:normAutofit/>
          </a:bodyPr>
          <a:lstStyle/>
          <a:p>
            <a:pPr indent="0" marL="0">
              <a:buNone/>
            </a:pPr>
            <a:r>
              <a:rPr lang="en-US" sz="2300" b="1" dirty="0">
                <a:solidFill>
                  <a:srgbClr val="172033"/>
                </a:solidFill>
                <a:latin typeface="Microsoft YaHei" pitchFamily="34" charset="0"/>
                <a:ea typeface="Microsoft YaHei" pitchFamily="34" charset="-122"/>
                <a:cs typeface="Microsoft YaHei" pitchFamily="34" charset="-120"/>
              </a:rPr>
              <a:t>AI 导学助手</a:t>
            </a:r>
            <a:endParaRPr lang="en-US" sz="2300" dirty="0"/>
          </a:p>
        </p:txBody>
      </p:sp>
      <p:sp>
        <p:nvSpPr>
          <p:cNvPr id="4" name="Shape 2"/>
          <p:cNvSpPr/>
          <p:nvPr/>
        </p:nvSpPr>
        <p:spPr>
          <a:xfrm>
            <a:off x="658368" y="1261872"/>
            <a:ext cx="5376672" cy="3246120"/>
          </a:xfrm>
          <a:prstGeom prst="roundRect">
            <a:avLst>
              <a:gd name="adj" fmla="val 2254"/>
            </a:avLst>
          </a:prstGeom>
          <a:solidFill>
            <a:srgbClr val="FFFFFF"/>
          </a:solidFill>
          <a:ln w="8890">
            <a:solidFill>
              <a:srgbClr val="CBD5E1"/>
            </a:solidFill>
            <a:prstDash val="solid"/>
          </a:ln>
          <a:effectLst>
            <a:outerShdw sx="100000" sy="100000" kx="0" ky="0" algn="bl" rotWithShape="0" blurRad="12700" dist="50800" dir="2700000">
              <a:srgbClr val="CBD5E1">
                <a:alpha val="13000"/>
              </a:srgbClr>
            </a:outerShdw>
          </a:effectLst>
        </p:spPr>
      </p:sp>
      <p:sp>
        <p:nvSpPr>
          <p:cNvPr id="5" name="Shape 3"/>
          <p:cNvSpPr/>
          <p:nvPr/>
        </p:nvSpPr>
        <p:spPr>
          <a:xfrm>
            <a:off x="658368" y="1261872"/>
            <a:ext cx="5376672" cy="310896"/>
          </a:xfrm>
          <a:prstGeom prst="rect">
            <a:avLst/>
          </a:prstGeom>
          <a:solidFill>
            <a:srgbClr val="F1F5F9"/>
          </a:solidFill>
          <a:ln w="5080">
            <a:solidFill>
              <a:srgbClr val="CBD5E1"/>
            </a:solidFill>
            <a:prstDash val="solid"/>
          </a:ln>
        </p:spPr>
      </p:sp>
      <p:sp>
        <p:nvSpPr>
          <p:cNvPr id="6" name="Shape 4"/>
          <p:cNvSpPr/>
          <p:nvPr/>
        </p:nvSpPr>
        <p:spPr>
          <a:xfrm>
            <a:off x="804672" y="1367028"/>
            <a:ext cx="64008" cy="64008"/>
          </a:xfrm>
          <a:prstGeom prst="ellipse">
            <a:avLst/>
          </a:prstGeom>
          <a:solidFill>
            <a:srgbClr val="EF476F"/>
          </a:solidFill>
          <a:ln w="12700">
            <a:solidFill>
              <a:srgbClr val="EF476F"/>
            </a:solidFill>
            <a:prstDash val="solid"/>
          </a:ln>
        </p:spPr>
      </p:sp>
      <p:sp>
        <p:nvSpPr>
          <p:cNvPr id="7" name="Shape 5"/>
          <p:cNvSpPr/>
          <p:nvPr/>
        </p:nvSpPr>
        <p:spPr>
          <a:xfrm>
            <a:off x="987552" y="1367028"/>
            <a:ext cx="64008" cy="64008"/>
          </a:xfrm>
          <a:prstGeom prst="ellipse">
            <a:avLst/>
          </a:prstGeom>
          <a:solidFill>
            <a:srgbClr val="FFD166"/>
          </a:solidFill>
          <a:ln w="12700">
            <a:solidFill>
              <a:srgbClr val="FFD166"/>
            </a:solidFill>
            <a:prstDash val="solid"/>
          </a:ln>
        </p:spPr>
      </p:sp>
      <p:sp>
        <p:nvSpPr>
          <p:cNvPr id="8" name="Shape 6"/>
          <p:cNvSpPr/>
          <p:nvPr/>
        </p:nvSpPr>
        <p:spPr>
          <a:xfrm>
            <a:off x="1170432" y="1367028"/>
            <a:ext cx="64008" cy="64008"/>
          </a:xfrm>
          <a:prstGeom prst="ellipse">
            <a:avLst/>
          </a:prstGeom>
          <a:solidFill>
            <a:srgbClr val="06D6A0"/>
          </a:solidFill>
          <a:ln w="12700">
            <a:solidFill>
              <a:srgbClr val="06D6A0"/>
            </a:solidFill>
            <a:prstDash val="solid"/>
          </a:ln>
        </p:spPr>
      </p:sp>
      <p:sp>
        <p:nvSpPr>
          <p:cNvPr id="9" name="Shape 7"/>
          <p:cNvSpPr/>
          <p:nvPr/>
        </p:nvSpPr>
        <p:spPr>
          <a:xfrm>
            <a:off x="914400" y="1920240"/>
            <a:ext cx="4864608" cy="2258568"/>
          </a:xfrm>
          <a:prstGeom prst="rect">
            <a:avLst/>
          </a:prstGeom>
          <a:solidFill>
            <a:srgbClr val="F8FAFC"/>
          </a:solidFill>
          <a:ln w="12700">
            <a:solidFill>
              <a:srgbClr val="E2E8F0"/>
            </a:solidFill>
            <a:prstDash val="solid"/>
          </a:ln>
        </p:spPr>
      </p:sp>
      <p:sp>
        <p:nvSpPr>
          <p:cNvPr id="10" name="Text 8"/>
          <p:cNvSpPr/>
          <p:nvPr/>
        </p:nvSpPr>
        <p:spPr>
          <a:xfrm>
            <a:off x="1097280" y="2221992"/>
            <a:ext cx="4498848" cy="237744"/>
          </a:xfrm>
          <a:prstGeom prst="rect">
            <a:avLst/>
          </a:prstGeom>
          <a:noFill/>
          <a:ln/>
        </p:spPr>
        <p:txBody>
          <a:bodyPr wrap="square" lIns="0" tIns="0" rIns="0" bIns="0" rtlCol="0" anchor="ctr">
            <a:normAutofit/>
          </a:bodyPr>
          <a:lstStyle/>
          <a:p>
            <a:pPr algn="ctr" indent="0" marL="0">
              <a:buNone/>
            </a:pPr>
            <a:r>
              <a:rPr lang="en-US" sz="1400" b="1" dirty="0">
                <a:solidFill>
                  <a:srgbClr val="0F9BA8"/>
                </a:solidFill>
                <a:latin typeface="Microsoft YaHei" pitchFamily="34" charset="0"/>
                <a:ea typeface="Microsoft YaHei" pitchFamily="34" charset="-122"/>
                <a:cs typeface="Microsoft YaHei" pitchFamily="34" charset="-120"/>
              </a:rPr>
              <a:t>图示位置</a:t>
            </a:r>
            <a:endParaRPr lang="en-US" sz="1400" dirty="0"/>
          </a:p>
        </p:txBody>
      </p:sp>
      <p:sp>
        <p:nvSpPr>
          <p:cNvPr id="11" name="Text 9"/>
          <p:cNvSpPr/>
          <p:nvPr/>
        </p:nvSpPr>
        <p:spPr>
          <a:xfrm>
            <a:off x="1133856" y="2651760"/>
            <a:ext cx="4425696" cy="411480"/>
          </a:xfrm>
          <a:prstGeom prst="rect">
            <a:avLst/>
          </a:prstGeom>
          <a:noFill/>
          <a:ln/>
        </p:spPr>
        <p:txBody>
          <a:bodyPr wrap="square" lIns="0" tIns="0" rIns="0" bIns="0" rtlCol="0" anchor="ctr">
            <a:normAutofit/>
          </a:bodyPr>
          <a:lstStyle/>
          <a:p>
            <a:pPr algn="ctr" indent="0" marL="0">
              <a:buNone/>
            </a:pPr>
            <a:r>
              <a:rPr lang="en-US" sz="1200" b="1" dirty="0">
                <a:solidFill>
                  <a:srgbClr val="172033"/>
                </a:solidFill>
                <a:latin typeface="Microsoft YaHei" pitchFamily="34" charset="0"/>
                <a:ea typeface="Microsoft YaHei" pitchFamily="34" charset="-122"/>
                <a:cs typeface="Microsoft YaHei" pitchFamily="34" charset="-120"/>
              </a:rPr>
              <a:t>题目页 + AI 导学助手截图</a:t>
            </a:r>
            <a:endParaRPr lang="en-US" sz="1200" dirty="0"/>
          </a:p>
        </p:txBody>
      </p:sp>
      <p:sp>
        <p:nvSpPr>
          <p:cNvPr id="12" name="Text 10"/>
          <p:cNvSpPr/>
          <p:nvPr/>
        </p:nvSpPr>
        <p:spPr>
          <a:xfrm>
            <a:off x="1225296" y="3291840"/>
            <a:ext cx="4242816" cy="320040"/>
          </a:xfrm>
          <a:prstGeom prst="rect">
            <a:avLst/>
          </a:prstGeom>
          <a:noFill/>
          <a:ln/>
        </p:spPr>
        <p:txBody>
          <a:bodyPr wrap="square" lIns="0" tIns="0" rIns="0" bIns="0" rtlCol="0" anchor="ctr">
            <a:normAutofit/>
          </a:bodyPr>
          <a:lstStyle/>
          <a:p>
            <a:pPr algn="ctr" indent="0" marL="0">
              <a:buNone/>
            </a:pPr>
            <a:r>
              <a:rPr lang="en-US" sz="820" dirty="0">
                <a:solidFill>
                  <a:srgbClr val="62718A"/>
                </a:solidFill>
                <a:latin typeface="Microsoft YaHei" pitchFamily="34" charset="0"/>
                <a:ea typeface="Microsoft YaHei" pitchFamily="34" charset="-122"/>
                <a:cs typeface="Microsoft YaHei" pitchFamily="34" charset="-120"/>
              </a:rPr>
              <a:t>建议展示左侧题目、代码编辑器、右侧六阶段 AI 导学面板</a:t>
            </a:r>
            <a:endParaRPr lang="en-US" sz="820" dirty="0"/>
          </a:p>
        </p:txBody>
      </p:sp>
      <p:sp>
        <p:nvSpPr>
          <p:cNvPr id="13" name="Shape 11"/>
          <p:cNvSpPr/>
          <p:nvPr/>
        </p:nvSpPr>
        <p:spPr>
          <a:xfrm>
            <a:off x="6492240" y="1371600"/>
            <a:ext cx="1874520" cy="658368"/>
          </a:xfrm>
          <a:prstGeom prst="roundRect">
            <a:avLst>
              <a:gd name="adj" fmla="val 11111"/>
            </a:avLst>
          </a:prstGeom>
          <a:solidFill>
            <a:srgbClr val="E8FAF8"/>
          </a:solidFill>
          <a:ln w="8890">
            <a:solidFill>
              <a:srgbClr val="FFFFFF"/>
            </a:solidFill>
            <a:prstDash val="solid"/>
          </a:ln>
          <a:effectLst>
            <a:outerShdw sx="100000" sy="100000" kx="0" ky="0" algn="bl" rotWithShape="0" blurRad="12700" dist="50800" dir="2700000">
              <a:srgbClr val="CBD5E1">
                <a:alpha val="13000"/>
              </a:srgbClr>
            </a:outerShdw>
          </a:effectLst>
        </p:spPr>
      </p:sp>
      <p:sp>
        <p:nvSpPr>
          <p:cNvPr id="14" name="Shape 12"/>
          <p:cNvSpPr/>
          <p:nvPr/>
        </p:nvSpPr>
        <p:spPr>
          <a:xfrm>
            <a:off x="6656832" y="1536192"/>
            <a:ext cx="329184" cy="329184"/>
          </a:xfrm>
          <a:prstGeom prst="ellipse">
            <a:avLst/>
          </a:prstGeom>
          <a:solidFill>
            <a:srgbClr val="0F9BA8"/>
          </a:solidFill>
          <a:ln w="12700">
            <a:solidFill>
              <a:srgbClr val="0F9BA8"/>
            </a:solidFill>
            <a:prstDash val="solid"/>
          </a:ln>
        </p:spPr>
      </p:sp>
      <p:sp>
        <p:nvSpPr>
          <p:cNvPr id="15" name="Text 13"/>
          <p:cNvSpPr/>
          <p:nvPr/>
        </p:nvSpPr>
        <p:spPr>
          <a:xfrm>
            <a:off x="6656832" y="1638239"/>
            <a:ext cx="329184" cy="73152"/>
          </a:xfrm>
          <a:prstGeom prst="rect">
            <a:avLst/>
          </a:prstGeom>
          <a:noFill/>
          <a:ln/>
        </p:spPr>
        <p:txBody>
          <a:bodyPr wrap="square" lIns="0" tIns="0" rIns="0" bIns="0" rtlCol="0" anchor="ctr"/>
          <a:lstStyle/>
          <a:p>
            <a:pPr algn="ctr" indent="0" marL="0">
              <a:buNone/>
            </a:pPr>
            <a:r>
              <a:rPr lang="en-US" sz="750" b="1" dirty="0">
                <a:solidFill>
                  <a:srgbClr val="FFFFFF"/>
                </a:solidFill>
                <a:latin typeface="Microsoft YaHei" pitchFamily="34" charset="0"/>
                <a:ea typeface="Microsoft YaHei" pitchFamily="34" charset="-122"/>
                <a:cs typeface="Microsoft YaHei" pitchFamily="34" charset="-120"/>
              </a:rPr>
              <a:t>1</a:t>
            </a:r>
            <a:endParaRPr lang="en-US" sz="750" dirty="0"/>
          </a:p>
        </p:txBody>
      </p:sp>
      <p:sp>
        <p:nvSpPr>
          <p:cNvPr id="16" name="Text 14"/>
          <p:cNvSpPr/>
          <p:nvPr/>
        </p:nvSpPr>
        <p:spPr>
          <a:xfrm>
            <a:off x="7114032" y="1600200"/>
            <a:ext cx="1051560" cy="100584"/>
          </a:xfrm>
          <a:prstGeom prst="rect">
            <a:avLst/>
          </a:prstGeom>
          <a:noFill/>
          <a:ln/>
        </p:spPr>
        <p:txBody>
          <a:bodyPr wrap="square" lIns="0" tIns="0" rIns="0" bIns="0" rtlCol="0" anchor="ctr">
            <a:normAutofit/>
          </a:bodyPr>
          <a:lstStyle/>
          <a:p>
            <a:pPr indent="0" marL="0">
              <a:buNone/>
            </a:pPr>
            <a:r>
              <a:rPr lang="en-US" sz="1050" b="1" dirty="0">
                <a:solidFill>
                  <a:srgbClr val="172033"/>
                </a:solidFill>
                <a:latin typeface="Microsoft YaHei" pitchFamily="34" charset="0"/>
                <a:ea typeface="Microsoft YaHei" pitchFamily="34" charset="-122"/>
                <a:cs typeface="Microsoft YaHei" pitchFamily="34" charset="-120"/>
              </a:rPr>
              <a:t>审题</a:t>
            </a:r>
            <a:endParaRPr lang="en-US" sz="1050" dirty="0"/>
          </a:p>
        </p:txBody>
      </p:sp>
      <p:sp>
        <p:nvSpPr>
          <p:cNvPr id="17" name="Shape 15"/>
          <p:cNvSpPr/>
          <p:nvPr/>
        </p:nvSpPr>
        <p:spPr>
          <a:xfrm>
            <a:off x="8732520" y="1371600"/>
            <a:ext cx="1874520" cy="658368"/>
          </a:xfrm>
          <a:prstGeom prst="roundRect">
            <a:avLst>
              <a:gd name="adj" fmla="val 11111"/>
            </a:avLst>
          </a:prstGeom>
          <a:solidFill>
            <a:srgbClr val="EAF5FF"/>
          </a:solidFill>
          <a:ln w="8890">
            <a:solidFill>
              <a:srgbClr val="FFFFFF"/>
            </a:solidFill>
            <a:prstDash val="solid"/>
          </a:ln>
          <a:effectLst>
            <a:outerShdw sx="100000" sy="100000" kx="0" ky="0" algn="bl" rotWithShape="0" blurRad="12700" dist="50800" dir="2700000">
              <a:srgbClr val="CBD5E1">
                <a:alpha val="13000"/>
              </a:srgbClr>
            </a:outerShdw>
          </a:effectLst>
        </p:spPr>
      </p:sp>
      <p:sp>
        <p:nvSpPr>
          <p:cNvPr id="18" name="Shape 16"/>
          <p:cNvSpPr/>
          <p:nvPr/>
        </p:nvSpPr>
        <p:spPr>
          <a:xfrm>
            <a:off x="8897112" y="1536192"/>
            <a:ext cx="329184" cy="329184"/>
          </a:xfrm>
          <a:prstGeom prst="ellipse">
            <a:avLst/>
          </a:prstGeom>
          <a:solidFill>
            <a:srgbClr val="2563EB"/>
          </a:solidFill>
          <a:ln w="12700">
            <a:solidFill>
              <a:srgbClr val="2563EB"/>
            </a:solidFill>
            <a:prstDash val="solid"/>
          </a:ln>
        </p:spPr>
      </p:sp>
      <p:sp>
        <p:nvSpPr>
          <p:cNvPr id="19" name="Text 17"/>
          <p:cNvSpPr/>
          <p:nvPr/>
        </p:nvSpPr>
        <p:spPr>
          <a:xfrm>
            <a:off x="8897112" y="1638239"/>
            <a:ext cx="329184" cy="73152"/>
          </a:xfrm>
          <a:prstGeom prst="rect">
            <a:avLst/>
          </a:prstGeom>
          <a:noFill/>
          <a:ln/>
        </p:spPr>
        <p:txBody>
          <a:bodyPr wrap="square" lIns="0" tIns="0" rIns="0" bIns="0" rtlCol="0" anchor="ctr"/>
          <a:lstStyle/>
          <a:p>
            <a:pPr algn="ctr" indent="0" marL="0">
              <a:buNone/>
            </a:pPr>
            <a:r>
              <a:rPr lang="en-US" sz="750" b="1" dirty="0">
                <a:solidFill>
                  <a:srgbClr val="FFFFFF"/>
                </a:solidFill>
                <a:latin typeface="Microsoft YaHei" pitchFamily="34" charset="0"/>
                <a:ea typeface="Microsoft YaHei" pitchFamily="34" charset="-122"/>
                <a:cs typeface="Microsoft YaHei" pitchFamily="34" charset="-120"/>
              </a:rPr>
              <a:t>2</a:t>
            </a:r>
            <a:endParaRPr lang="en-US" sz="750" dirty="0"/>
          </a:p>
        </p:txBody>
      </p:sp>
      <p:sp>
        <p:nvSpPr>
          <p:cNvPr id="20" name="Text 18"/>
          <p:cNvSpPr/>
          <p:nvPr/>
        </p:nvSpPr>
        <p:spPr>
          <a:xfrm>
            <a:off x="9354312" y="1600200"/>
            <a:ext cx="1051560" cy="100584"/>
          </a:xfrm>
          <a:prstGeom prst="rect">
            <a:avLst/>
          </a:prstGeom>
          <a:noFill/>
          <a:ln/>
        </p:spPr>
        <p:txBody>
          <a:bodyPr wrap="square" lIns="0" tIns="0" rIns="0" bIns="0" rtlCol="0" anchor="ctr">
            <a:normAutofit/>
          </a:bodyPr>
          <a:lstStyle/>
          <a:p>
            <a:pPr indent="0" marL="0">
              <a:buNone/>
            </a:pPr>
            <a:r>
              <a:rPr lang="en-US" sz="1050" b="1" dirty="0">
                <a:solidFill>
                  <a:srgbClr val="172033"/>
                </a:solidFill>
                <a:latin typeface="Microsoft YaHei" pitchFamily="34" charset="0"/>
                <a:ea typeface="Microsoft YaHei" pitchFamily="34" charset="-122"/>
                <a:cs typeface="Microsoft YaHei" pitchFamily="34" charset="-120"/>
              </a:rPr>
              <a:t>构思</a:t>
            </a:r>
            <a:endParaRPr lang="en-US" sz="1050" dirty="0"/>
          </a:p>
        </p:txBody>
      </p:sp>
      <p:sp>
        <p:nvSpPr>
          <p:cNvPr id="21" name="Shape 19"/>
          <p:cNvSpPr/>
          <p:nvPr/>
        </p:nvSpPr>
        <p:spPr>
          <a:xfrm>
            <a:off x="6492240" y="2423160"/>
            <a:ext cx="1874520" cy="658368"/>
          </a:xfrm>
          <a:prstGeom prst="roundRect">
            <a:avLst>
              <a:gd name="adj" fmla="val 11111"/>
            </a:avLst>
          </a:prstGeom>
          <a:solidFill>
            <a:srgbClr val="FFF0F6"/>
          </a:solidFill>
          <a:ln w="8890">
            <a:solidFill>
              <a:srgbClr val="FFFFFF"/>
            </a:solidFill>
            <a:prstDash val="solid"/>
          </a:ln>
          <a:effectLst>
            <a:outerShdw sx="100000" sy="100000" kx="0" ky="0" algn="bl" rotWithShape="0" blurRad="12700" dist="50800" dir="2700000">
              <a:srgbClr val="CBD5E1">
                <a:alpha val="13000"/>
              </a:srgbClr>
            </a:outerShdw>
          </a:effectLst>
        </p:spPr>
      </p:sp>
      <p:sp>
        <p:nvSpPr>
          <p:cNvPr id="22" name="Shape 20"/>
          <p:cNvSpPr/>
          <p:nvPr/>
        </p:nvSpPr>
        <p:spPr>
          <a:xfrm>
            <a:off x="6656832" y="2587752"/>
            <a:ext cx="329184" cy="329184"/>
          </a:xfrm>
          <a:prstGeom prst="ellipse">
            <a:avLst/>
          </a:prstGeom>
          <a:solidFill>
            <a:srgbClr val="E6508A"/>
          </a:solidFill>
          <a:ln w="12700">
            <a:solidFill>
              <a:srgbClr val="E6508A"/>
            </a:solidFill>
            <a:prstDash val="solid"/>
          </a:ln>
        </p:spPr>
      </p:sp>
      <p:sp>
        <p:nvSpPr>
          <p:cNvPr id="23" name="Text 21"/>
          <p:cNvSpPr/>
          <p:nvPr/>
        </p:nvSpPr>
        <p:spPr>
          <a:xfrm>
            <a:off x="6656832" y="2689799"/>
            <a:ext cx="329184" cy="73152"/>
          </a:xfrm>
          <a:prstGeom prst="rect">
            <a:avLst/>
          </a:prstGeom>
          <a:noFill/>
          <a:ln/>
        </p:spPr>
        <p:txBody>
          <a:bodyPr wrap="square" lIns="0" tIns="0" rIns="0" bIns="0" rtlCol="0" anchor="ctr"/>
          <a:lstStyle/>
          <a:p>
            <a:pPr algn="ctr" indent="0" marL="0">
              <a:buNone/>
            </a:pPr>
            <a:r>
              <a:rPr lang="en-US" sz="750" b="1" dirty="0">
                <a:solidFill>
                  <a:srgbClr val="FFFFFF"/>
                </a:solidFill>
                <a:latin typeface="Microsoft YaHei" pitchFamily="34" charset="0"/>
                <a:ea typeface="Microsoft YaHei" pitchFamily="34" charset="-122"/>
                <a:cs typeface="Microsoft YaHei" pitchFamily="34" charset="-120"/>
              </a:rPr>
              <a:t>3</a:t>
            </a:r>
            <a:endParaRPr lang="en-US" sz="750" dirty="0"/>
          </a:p>
        </p:txBody>
      </p:sp>
      <p:sp>
        <p:nvSpPr>
          <p:cNvPr id="24" name="Text 22"/>
          <p:cNvSpPr/>
          <p:nvPr/>
        </p:nvSpPr>
        <p:spPr>
          <a:xfrm>
            <a:off x="7114032" y="2651760"/>
            <a:ext cx="1051560" cy="100584"/>
          </a:xfrm>
          <a:prstGeom prst="rect">
            <a:avLst/>
          </a:prstGeom>
          <a:noFill/>
          <a:ln/>
        </p:spPr>
        <p:txBody>
          <a:bodyPr wrap="square" lIns="0" tIns="0" rIns="0" bIns="0" rtlCol="0" anchor="ctr">
            <a:normAutofit/>
          </a:bodyPr>
          <a:lstStyle/>
          <a:p>
            <a:pPr indent="0" marL="0">
              <a:buNone/>
            </a:pPr>
            <a:r>
              <a:rPr lang="en-US" sz="1050" b="1" dirty="0">
                <a:solidFill>
                  <a:srgbClr val="172033"/>
                </a:solidFill>
                <a:latin typeface="Microsoft YaHei" pitchFamily="34" charset="0"/>
                <a:ea typeface="Microsoft YaHei" pitchFamily="34" charset="-122"/>
                <a:cs typeface="Microsoft YaHei" pitchFamily="34" charset="-120"/>
              </a:rPr>
              <a:t>编码</a:t>
            </a:r>
            <a:endParaRPr lang="en-US" sz="1050" dirty="0"/>
          </a:p>
        </p:txBody>
      </p:sp>
      <p:sp>
        <p:nvSpPr>
          <p:cNvPr id="25" name="Shape 23"/>
          <p:cNvSpPr/>
          <p:nvPr/>
        </p:nvSpPr>
        <p:spPr>
          <a:xfrm>
            <a:off x="8732520" y="2423160"/>
            <a:ext cx="1874520" cy="658368"/>
          </a:xfrm>
          <a:prstGeom prst="roundRect">
            <a:avLst>
              <a:gd name="adj" fmla="val 11111"/>
            </a:avLst>
          </a:prstGeom>
          <a:solidFill>
            <a:srgbClr val="E8FAF8"/>
          </a:solidFill>
          <a:ln w="8890">
            <a:solidFill>
              <a:srgbClr val="FFFFFF"/>
            </a:solidFill>
            <a:prstDash val="solid"/>
          </a:ln>
          <a:effectLst>
            <a:outerShdw sx="100000" sy="100000" kx="0" ky="0" algn="bl" rotWithShape="0" blurRad="12700" dist="50800" dir="2700000">
              <a:srgbClr val="CBD5E1">
                <a:alpha val="13000"/>
              </a:srgbClr>
            </a:outerShdw>
          </a:effectLst>
        </p:spPr>
      </p:sp>
      <p:sp>
        <p:nvSpPr>
          <p:cNvPr id="26" name="Shape 24"/>
          <p:cNvSpPr/>
          <p:nvPr/>
        </p:nvSpPr>
        <p:spPr>
          <a:xfrm>
            <a:off x="8897112" y="2587752"/>
            <a:ext cx="329184" cy="329184"/>
          </a:xfrm>
          <a:prstGeom prst="ellipse">
            <a:avLst/>
          </a:prstGeom>
          <a:solidFill>
            <a:srgbClr val="F59E0B"/>
          </a:solidFill>
          <a:ln w="12700">
            <a:solidFill>
              <a:srgbClr val="F59E0B"/>
            </a:solidFill>
            <a:prstDash val="solid"/>
          </a:ln>
        </p:spPr>
      </p:sp>
      <p:sp>
        <p:nvSpPr>
          <p:cNvPr id="27" name="Text 25"/>
          <p:cNvSpPr/>
          <p:nvPr/>
        </p:nvSpPr>
        <p:spPr>
          <a:xfrm>
            <a:off x="8897112" y="2689799"/>
            <a:ext cx="329184" cy="73152"/>
          </a:xfrm>
          <a:prstGeom prst="rect">
            <a:avLst/>
          </a:prstGeom>
          <a:noFill/>
          <a:ln/>
        </p:spPr>
        <p:txBody>
          <a:bodyPr wrap="square" lIns="0" tIns="0" rIns="0" bIns="0" rtlCol="0" anchor="ctr"/>
          <a:lstStyle/>
          <a:p>
            <a:pPr algn="ctr" indent="0" marL="0">
              <a:buNone/>
            </a:pPr>
            <a:r>
              <a:rPr lang="en-US" sz="750" b="1" dirty="0">
                <a:solidFill>
                  <a:srgbClr val="FFFFFF"/>
                </a:solidFill>
                <a:latin typeface="Microsoft YaHei" pitchFamily="34" charset="0"/>
                <a:ea typeface="Microsoft YaHei" pitchFamily="34" charset="-122"/>
                <a:cs typeface="Microsoft YaHei" pitchFamily="34" charset="-120"/>
              </a:rPr>
              <a:t>4</a:t>
            </a:r>
            <a:endParaRPr lang="en-US" sz="750" dirty="0"/>
          </a:p>
        </p:txBody>
      </p:sp>
      <p:sp>
        <p:nvSpPr>
          <p:cNvPr id="28" name="Text 26"/>
          <p:cNvSpPr/>
          <p:nvPr/>
        </p:nvSpPr>
        <p:spPr>
          <a:xfrm>
            <a:off x="9354312" y="2651760"/>
            <a:ext cx="1051560" cy="100584"/>
          </a:xfrm>
          <a:prstGeom prst="rect">
            <a:avLst/>
          </a:prstGeom>
          <a:noFill/>
          <a:ln/>
        </p:spPr>
        <p:txBody>
          <a:bodyPr wrap="square" lIns="0" tIns="0" rIns="0" bIns="0" rtlCol="0" anchor="ctr">
            <a:normAutofit/>
          </a:bodyPr>
          <a:lstStyle/>
          <a:p>
            <a:pPr indent="0" marL="0">
              <a:buNone/>
            </a:pPr>
            <a:r>
              <a:rPr lang="en-US" sz="1050" b="1" dirty="0">
                <a:solidFill>
                  <a:srgbClr val="172033"/>
                </a:solidFill>
                <a:latin typeface="Microsoft YaHei" pitchFamily="34" charset="0"/>
                <a:ea typeface="Microsoft YaHei" pitchFamily="34" charset="-122"/>
                <a:cs typeface="Microsoft YaHei" pitchFamily="34" charset="-120"/>
              </a:rPr>
              <a:t>错误反馈</a:t>
            </a:r>
            <a:endParaRPr lang="en-US" sz="1050" dirty="0"/>
          </a:p>
        </p:txBody>
      </p:sp>
      <p:sp>
        <p:nvSpPr>
          <p:cNvPr id="29" name="Shape 27"/>
          <p:cNvSpPr/>
          <p:nvPr/>
        </p:nvSpPr>
        <p:spPr>
          <a:xfrm>
            <a:off x="6492240" y="3474720"/>
            <a:ext cx="1874520" cy="658368"/>
          </a:xfrm>
          <a:prstGeom prst="roundRect">
            <a:avLst>
              <a:gd name="adj" fmla="val 11111"/>
            </a:avLst>
          </a:prstGeom>
          <a:solidFill>
            <a:srgbClr val="EAF5FF"/>
          </a:solidFill>
          <a:ln w="8890">
            <a:solidFill>
              <a:srgbClr val="FFFFFF"/>
            </a:solidFill>
            <a:prstDash val="solid"/>
          </a:ln>
          <a:effectLst>
            <a:outerShdw sx="100000" sy="100000" kx="0" ky="0" algn="bl" rotWithShape="0" blurRad="12700" dist="50800" dir="2700000">
              <a:srgbClr val="CBD5E1">
                <a:alpha val="13000"/>
              </a:srgbClr>
            </a:outerShdw>
          </a:effectLst>
        </p:spPr>
      </p:sp>
      <p:sp>
        <p:nvSpPr>
          <p:cNvPr id="30" name="Shape 28"/>
          <p:cNvSpPr/>
          <p:nvPr/>
        </p:nvSpPr>
        <p:spPr>
          <a:xfrm>
            <a:off x="6656832" y="3639312"/>
            <a:ext cx="329184" cy="329184"/>
          </a:xfrm>
          <a:prstGeom prst="ellipse">
            <a:avLst/>
          </a:prstGeom>
          <a:solidFill>
            <a:srgbClr val="2CB67D"/>
          </a:solidFill>
          <a:ln w="12700">
            <a:solidFill>
              <a:srgbClr val="2CB67D"/>
            </a:solidFill>
            <a:prstDash val="solid"/>
          </a:ln>
        </p:spPr>
      </p:sp>
      <p:sp>
        <p:nvSpPr>
          <p:cNvPr id="31" name="Text 29"/>
          <p:cNvSpPr/>
          <p:nvPr/>
        </p:nvSpPr>
        <p:spPr>
          <a:xfrm>
            <a:off x="6656832" y="3741359"/>
            <a:ext cx="329184" cy="73152"/>
          </a:xfrm>
          <a:prstGeom prst="rect">
            <a:avLst/>
          </a:prstGeom>
          <a:noFill/>
          <a:ln/>
        </p:spPr>
        <p:txBody>
          <a:bodyPr wrap="square" lIns="0" tIns="0" rIns="0" bIns="0" rtlCol="0" anchor="ctr"/>
          <a:lstStyle/>
          <a:p>
            <a:pPr algn="ctr" indent="0" marL="0">
              <a:buNone/>
            </a:pPr>
            <a:r>
              <a:rPr lang="en-US" sz="750" b="1" dirty="0">
                <a:solidFill>
                  <a:srgbClr val="FFFFFF"/>
                </a:solidFill>
                <a:latin typeface="Microsoft YaHei" pitchFamily="34" charset="0"/>
                <a:ea typeface="Microsoft YaHei" pitchFamily="34" charset="-122"/>
                <a:cs typeface="Microsoft YaHei" pitchFamily="34" charset="-120"/>
              </a:rPr>
              <a:t>5</a:t>
            </a:r>
            <a:endParaRPr lang="en-US" sz="750" dirty="0"/>
          </a:p>
        </p:txBody>
      </p:sp>
      <p:sp>
        <p:nvSpPr>
          <p:cNvPr id="32" name="Text 30"/>
          <p:cNvSpPr/>
          <p:nvPr/>
        </p:nvSpPr>
        <p:spPr>
          <a:xfrm>
            <a:off x="7114032" y="3703320"/>
            <a:ext cx="1051560" cy="100584"/>
          </a:xfrm>
          <a:prstGeom prst="rect">
            <a:avLst/>
          </a:prstGeom>
          <a:noFill/>
          <a:ln/>
        </p:spPr>
        <p:txBody>
          <a:bodyPr wrap="square" lIns="0" tIns="0" rIns="0" bIns="0" rtlCol="0" anchor="ctr">
            <a:normAutofit/>
          </a:bodyPr>
          <a:lstStyle/>
          <a:p>
            <a:pPr indent="0" marL="0">
              <a:buNone/>
            </a:pPr>
            <a:r>
              <a:rPr lang="en-US" sz="1050" b="1" dirty="0">
                <a:solidFill>
                  <a:srgbClr val="172033"/>
                </a:solidFill>
                <a:latin typeface="Microsoft YaHei" pitchFamily="34" charset="0"/>
                <a:ea typeface="Microsoft YaHei" pitchFamily="34" charset="-122"/>
                <a:cs typeface="Microsoft YaHei" pitchFamily="34" charset="-120"/>
              </a:rPr>
              <a:t>AC 复盘</a:t>
            </a:r>
            <a:endParaRPr lang="en-US" sz="1050" dirty="0"/>
          </a:p>
        </p:txBody>
      </p:sp>
      <p:sp>
        <p:nvSpPr>
          <p:cNvPr id="33" name="Shape 31"/>
          <p:cNvSpPr/>
          <p:nvPr/>
        </p:nvSpPr>
        <p:spPr>
          <a:xfrm>
            <a:off x="8732520" y="3474720"/>
            <a:ext cx="1874520" cy="658368"/>
          </a:xfrm>
          <a:prstGeom prst="roundRect">
            <a:avLst>
              <a:gd name="adj" fmla="val 11111"/>
            </a:avLst>
          </a:prstGeom>
          <a:solidFill>
            <a:srgbClr val="FFF0F6"/>
          </a:solidFill>
          <a:ln w="8890">
            <a:solidFill>
              <a:srgbClr val="FFFFFF"/>
            </a:solidFill>
            <a:prstDash val="solid"/>
          </a:ln>
          <a:effectLst>
            <a:outerShdw sx="100000" sy="100000" kx="0" ky="0" algn="bl" rotWithShape="0" blurRad="12700" dist="50800" dir="2700000">
              <a:srgbClr val="CBD5E1">
                <a:alpha val="13000"/>
              </a:srgbClr>
            </a:outerShdw>
          </a:effectLst>
        </p:spPr>
      </p:sp>
      <p:sp>
        <p:nvSpPr>
          <p:cNvPr id="34" name="Shape 32"/>
          <p:cNvSpPr/>
          <p:nvPr/>
        </p:nvSpPr>
        <p:spPr>
          <a:xfrm>
            <a:off x="8897112" y="3639312"/>
            <a:ext cx="329184" cy="329184"/>
          </a:xfrm>
          <a:prstGeom prst="ellipse">
            <a:avLst/>
          </a:prstGeom>
          <a:solidFill>
            <a:srgbClr val="0F9BA8"/>
          </a:solidFill>
          <a:ln w="12700">
            <a:solidFill>
              <a:srgbClr val="0F9BA8"/>
            </a:solidFill>
            <a:prstDash val="solid"/>
          </a:ln>
        </p:spPr>
      </p:sp>
      <p:sp>
        <p:nvSpPr>
          <p:cNvPr id="35" name="Text 33"/>
          <p:cNvSpPr/>
          <p:nvPr/>
        </p:nvSpPr>
        <p:spPr>
          <a:xfrm>
            <a:off x="8897112" y="3741359"/>
            <a:ext cx="329184" cy="73152"/>
          </a:xfrm>
          <a:prstGeom prst="rect">
            <a:avLst/>
          </a:prstGeom>
          <a:noFill/>
          <a:ln/>
        </p:spPr>
        <p:txBody>
          <a:bodyPr wrap="square" lIns="0" tIns="0" rIns="0" bIns="0" rtlCol="0" anchor="ctr"/>
          <a:lstStyle/>
          <a:p>
            <a:pPr algn="ctr" indent="0" marL="0">
              <a:buNone/>
            </a:pPr>
            <a:r>
              <a:rPr lang="en-US" sz="750" b="1" dirty="0">
                <a:solidFill>
                  <a:srgbClr val="FFFFFF"/>
                </a:solidFill>
                <a:latin typeface="Microsoft YaHei" pitchFamily="34" charset="0"/>
                <a:ea typeface="Microsoft YaHei" pitchFamily="34" charset="-122"/>
                <a:cs typeface="Microsoft YaHei" pitchFamily="34" charset="-120"/>
              </a:rPr>
              <a:t>6</a:t>
            </a:r>
            <a:endParaRPr lang="en-US" sz="750" dirty="0"/>
          </a:p>
        </p:txBody>
      </p:sp>
      <p:sp>
        <p:nvSpPr>
          <p:cNvPr id="36" name="Text 34"/>
          <p:cNvSpPr/>
          <p:nvPr/>
        </p:nvSpPr>
        <p:spPr>
          <a:xfrm>
            <a:off x="9354312" y="3703320"/>
            <a:ext cx="1051560" cy="100584"/>
          </a:xfrm>
          <a:prstGeom prst="rect">
            <a:avLst/>
          </a:prstGeom>
          <a:noFill/>
          <a:ln/>
        </p:spPr>
        <p:txBody>
          <a:bodyPr wrap="square" lIns="0" tIns="0" rIns="0" bIns="0" rtlCol="0" anchor="ctr">
            <a:normAutofit/>
          </a:bodyPr>
          <a:lstStyle/>
          <a:p>
            <a:pPr indent="0" marL="0">
              <a:buNone/>
            </a:pPr>
            <a:r>
              <a:rPr lang="en-US" sz="1050" b="1" dirty="0">
                <a:solidFill>
                  <a:srgbClr val="172033"/>
                </a:solidFill>
                <a:latin typeface="Microsoft YaHei" pitchFamily="34" charset="0"/>
                <a:ea typeface="Microsoft YaHei" pitchFamily="34" charset="-122"/>
                <a:cs typeface="Microsoft YaHei" pitchFamily="34" charset="-120"/>
              </a:rPr>
              <a:t>迁移练习</a:t>
            </a:r>
            <a:endParaRPr lang="en-US" sz="1050" dirty="0"/>
          </a:p>
        </p:txBody>
      </p:sp>
      <p:sp>
        <p:nvSpPr>
          <p:cNvPr id="37" name="Shape 35"/>
          <p:cNvSpPr/>
          <p:nvPr/>
        </p:nvSpPr>
        <p:spPr>
          <a:xfrm>
            <a:off x="6537960" y="4736592"/>
            <a:ext cx="4343400" cy="658368"/>
          </a:xfrm>
          <a:prstGeom prst="roundRect">
            <a:avLst>
              <a:gd name="adj" fmla="val 11111"/>
            </a:avLst>
          </a:prstGeom>
          <a:solidFill>
            <a:srgbClr val="FFFFFF"/>
          </a:solidFill>
          <a:ln w="8890">
            <a:solidFill>
              <a:srgbClr val="DDE6EF"/>
            </a:solidFill>
            <a:prstDash val="solid"/>
          </a:ln>
          <a:effectLst>
            <a:outerShdw sx="100000" sy="100000" kx="0" ky="0" algn="bl" rotWithShape="0" blurRad="12700" dist="50800" dir="2700000">
              <a:srgbClr val="CBD5E1">
                <a:alpha val="13000"/>
              </a:srgbClr>
            </a:outerShdw>
          </a:effectLst>
        </p:spPr>
      </p:sp>
      <p:sp>
        <p:nvSpPr>
          <p:cNvPr id="38" name="Text 36"/>
          <p:cNvSpPr/>
          <p:nvPr/>
        </p:nvSpPr>
        <p:spPr>
          <a:xfrm>
            <a:off x="6812280" y="4983480"/>
            <a:ext cx="3794760" cy="109728"/>
          </a:xfrm>
          <a:prstGeom prst="rect">
            <a:avLst/>
          </a:prstGeom>
          <a:noFill/>
          <a:ln/>
        </p:spPr>
        <p:txBody>
          <a:bodyPr wrap="square" lIns="0" tIns="0" rIns="0" bIns="0" rtlCol="0" anchor="ctr">
            <a:normAutofit/>
          </a:bodyPr>
          <a:lstStyle/>
          <a:p>
            <a:pPr algn="ctr" indent="0" marL="0">
              <a:buNone/>
            </a:pPr>
            <a:r>
              <a:rPr lang="en-US" sz="1150" b="1" dirty="0">
                <a:solidFill>
                  <a:srgbClr val="172033"/>
                </a:solidFill>
                <a:latin typeface="Microsoft YaHei" pitchFamily="34" charset="0"/>
                <a:ea typeface="Microsoft YaHei" pitchFamily="34" charset="-122"/>
                <a:cs typeface="Microsoft YaHei" pitchFamily="34" charset="-120"/>
              </a:rPr>
              <a:t>AI 不替学生写答案，而是按阶段引导学习。</a:t>
            </a:r>
            <a:endParaRPr lang="en-US" sz="1150" dirty="0"/>
          </a:p>
        </p:txBody>
      </p:sp>
      <p:sp>
        <p:nvSpPr>
          <p:cNvPr id="25" name="Slide Number Placeholder 0"/>
          <p:cNvSpPr>
            <a:spLocks noGrp="1"/>
          </p:cNvSpPr>
          <p:nvPr>
            <p:ph type="sldNum" sz="quarter" idx="4294967295"/>
          </p:nvPr>
        </p:nvSpPr>
        <p:spPr>
          <a:xfrm>
            <a:off x="11475720" y="6556248"/>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6B7A90"/>
                </a:solidFill>
                <a:latin typeface="Microsoft YaHei"/>
                <a:ea typeface="Microsoft YaHei"/>
                <a:cs typeface="Microsoft YaHei"/>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AFC"/>
        </a:solidFill>
      </p:bgPr>
    </p:bg>
    <p:spTree>
      <p:nvGrpSpPr>
        <p:cNvPr id="1" name=""/>
        <p:cNvGrpSpPr/>
        <p:nvPr/>
      </p:nvGrpSpPr>
      <p:grpSpPr>
        <a:xfrm>
          <a:off x="0" y="0"/>
          <a:ext cx="0" cy="0"/>
          <a:chOff x="0" y="0"/>
          <a:chExt cx="0" cy="0"/>
        </a:xfrm>
      </p:grpSpPr>
      <p:sp>
        <p:nvSpPr>
          <p:cNvPr id="2" name="Text 0"/>
          <p:cNvSpPr/>
          <p:nvPr/>
        </p:nvSpPr>
        <p:spPr>
          <a:xfrm>
            <a:off x="566928" y="338328"/>
            <a:ext cx="2926080" cy="182880"/>
          </a:xfrm>
          <a:prstGeom prst="rect">
            <a:avLst/>
          </a:prstGeom>
          <a:noFill/>
          <a:ln/>
        </p:spPr>
        <p:txBody>
          <a:bodyPr wrap="square" lIns="0" tIns="0" rIns="0" bIns="0" rtlCol="0" anchor="ctr"/>
          <a:lstStyle/>
          <a:p>
            <a:pPr indent="0" marL="0">
              <a:buNone/>
            </a:pPr>
            <a:r>
              <a:rPr lang="en-US" sz="800" b="1" dirty="0">
                <a:solidFill>
                  <a:srgbClr val="0F9BA8"/>
                </a:solidFill>
                <a:latin typeface="Microsoft YaHei" pitchFamily="34" charset="0"/>
                <a:ea typeface="Microsoft YaHei" pitchFamily="34" charset="-122"/>
                <a:cs typeface="Microsoft YaHei" pitchFamily="34" charset="-120"/>
              </a:rPr>
              <a:t>AGENT WORKFLOW</a:t>
            </a:r>
            <a:endParaRPr lang="en-US" sz="800" dirty="0"/>
          </a:p>
        </p:txBody>
      </p:sp>
      <p:sp>
        <p:nvSpPr>
          <p:cNvPr id="3" name="Text 1"/>
          <p:cNvSpPr/>
          <p:nvPr/>
        </p:nvSpPr>
        <p:spPr>
          <a:xfrm>
            <a:off x="566928" y="566928"/>
            <a:ext cx="8229600" cy="438912"/>
          </a:xfrm>
          <a:prstGeom prst="rect">
            <a:avLst/>
          </a:prstGeom>
          <a:noFill/>
          <a:ln/>
        </p:spPr>
        <p:txBody>
          <a:bodyPr wrap="square" lIns="0" tIns="0" rIns="0" bIns="0" rtlCol="0" anchor="ctr">
            <a:normAutofit/>
          </a:bodyPr>
          <a:lstStyle/>
          <a:p>
            <a:pPr indent="0" marL="0">
              <a:buNone/>
            </a:pPr>
            <a:r>
              <a:rPr lang="en-US" sz="2300" b="1" dirty="0">
                <a:solidFill>
                  <a:srgbClr val="172033"/>
                </a:solidFill>
                <a:latin typeface="Microsoft YaHei" pitchFamily="34" charset="0"/>
                <a:ea typeface="Microsoft YaHei" pitchFamily="34" charset="-122"/>
                <a:cs typeface="Microsoft YaHei" pitchFamily="34" charset="-120"/>
              </a:rPr>
              <a:t>多 Agent 协同</a:t>
            </a:r>
            <a:endParaRPr lang="en-US" sz="2300" dirty="0"/>
          </a:p>
        </p:txBody>
      </p:sp>
      <p:sp>
        <p:nvSpPr>
          <p:cNvPr id="4" name="Text 2"/>
          <p:cNvSpPr/>
          <p:nvPr/>
        </p:nvSpPr>
        <p:spPr>
          <a:xfrm>
            <a:off x="3017520" y="1170432"/>
            <a:ext cx="6309360" cy="219456"/>
          </a:xfrm>
          <a:prstGeom prst="rect">
            <a:avLst/>
          </a:prstGeom>
          <a:noFill/>
          <a:ln/>
        </p:spPr>
        <p:txBody>
          <a:bodyPr wrap="square" lIns="0" tIns="0" rIns="0" bIns="0" rtlCol="0" anchor="ctr">
            <a:normAutofit/>
          </a:bodyPr>
          <a:lstStyle/>
          <a:p>
            <a:pPr algn="ctr" indent="0" marL="0">
              <a:buNone/>
            </a:pPr>
            <a:r>
              <a:rPr lang="en-US" sz="1300" b="1" dirty="0">
                <a:solidFill>
                  <a:srgbClr val="0F9BA8"/>
                </a:solidFill>
                <a:latin typeface="Microsoft YaHei" pitchFamily="34" charset="0"/>
                <a:ea typeface="Microsoft YaHei" pitchFamily="34" charset="-122"/>
                <a:cs typeface="Microsoft YaHei" pitchFamily="34" charset="-120"/>
              </a:rPr>
              <a:t>一个 Agent 负责一种教学任务，降低泛泛回答的风险。</a:t>
            </a:r>
            <a:endParaRPr lang="en-US" sz="1300" dirty="0"/>
          </a:p>
        </p:txBody>
      </p:sp>
      <p:sp>
        <p:nvSpPr>
          <p:cNvPr id="5" name="Shape 3"/>
          <p:cNvSpPr/>
          <p:nvPr/>
        </p:nvSpPr>
        <p:spPr>
          <a:xfrm>
            <a:off x="4892040" y="2212848"/>
            <a:ext cx="2331720" cy="2331720"/>
          </a:xfrm>
          <a:prstGeom prst="ellipse">
            <a:avLst/>
          </a:prstGeom>
          <a:solidFill>
            <a:srgbClr val="172033"/>
          </a:solidFill>
          <a:ln w="12700">
            <a:solidFill>
              <a:srgbClr val="172033"/>
            </a:solidFill>
            <a:prstDash val="solid"/>
          </a:ln>
        </p:spPr>
      </p:sp>
      <p:sp>
        <p:nvSpPr>
          <p:cNvPr id="6" name="Text 4"/>
          <p:cNvSpPr/>
          <p:nvPr/>
        </p:nvSpPr>
        <p:spPr>
          <a:xfrm>
            <a:off x="4892040" y="2926080"/>
            <a:ext cx="2331720" cy="347472"/>
          </a:xfrm>
          <a:prstGeom prst="rect">
            <a:avLst/>
          </a:prstGeom>
          <a:noFill/>
          <a:ln/>
        </p:spPr>
        <p:txBody>
          <a:bodyPr wrap="square" lIns="0" tIns="0" rIns="0" bIns="0" rtlCol="0" anchor="ctr">
            <a:normAutofit/>
          </a:bodyPr>
          <a:lstStyle/>
          <a:p>
            <a:pPr algn="ctr" indent="0" marL="0">
              <a:buNone/>
            </a:pPr>
            <a:r>
              <a:rPr lang="en-US" sz="1600" b="1" dirty="0">
                <a:solidFill>
                  <a:srgbClr val="FFFFFF"/>
                </a:solidFill>
                <a:latin typeface="Microsoft YaHei" pitchFamily="34" charset="0"/>
                <a:ea typeface="Microsoft YaHei" pitchFamily="34" charset="-122"/>
                <a:cs typeface="Microsoft YaHei" pitchFamily="34" charset="-120"/>
              </a:rPr>
              <a:t>Orchestrator</a:t>
            </a:r>
            <a:endParaRPr lang="en-US" sz="1600" dirty="0"/>
          </a:p>
          <a:p>
            <a:pPr algn="ctr" indent="0" marL="0">
              <a:buNone/>
            </a:pPr>
            <a:r>
              <a:rPr lang="en-US" sz="1600" b="1" dirty="0">
                <a:solidFill>
                  <a:srgbClr val="FFFFFF"/>
                </a:solidFill>
                <a:latin typeface="Microsoft YaHei" pitchFamily="34" charset="0"/>
                <a:ea typeface="Microsoft YaHei" pitchFamily="34" charset="-122"/>
                <a:cs typeface="Microsoft YaHei" pitchFamily="34" charset="-120"/>
              </a:rPr>
              <a:t>Agent</a:t>
            </a:r>
            <a:endParaRPr lang="en-US" sz="1600" dirty="0"/>
          </a:p>
        </p:txBody>
      </p:sp>
      <p:sp>
        <p:nvSpPr>
          <p:cNvPr id="7" name="Shape 5"/>
          <p:cNvSpPr/>
          <p:nvPr/>
        </p:nvSpPr>
        <p:spPr>
          <a:xfrm>
            <a:off x="987552" y="1417320"/>
            <a:ext cx="2743200" cy="786384"/>
          </a:xfrm>
          <a:prstGeom prst="roundRect">
            <a:avLst>
              <a:gd name="adj" fmla="val 9302"/>
            </a:avLst>
          </a:prstGeom>
          <a:solidFill>
            <a:srgbClr val="FFFFFF"/>
          </a:solidFill>
          <a:ln w="8890">
            <a:solidFill>
              <a:srgbClr val="DDE6EF"/>
            </a:solidFill>
            <a:prstDash val="solid"/>
          </a:ln>
          <a:effectLst>
            <a:outerShdw sx="100000" sy="100000" kx="0" ky="0" algn="bl" rotWithShape="0" blurRad="12700" dist="50800" dir="2700000">
              <a:srgbClr val="CBD5E1">
                <a:alpha val="13000"/>
              </a:srgbClr>
            </a:outerShdw>
          </a:effectLst>
        </p:spPr>
      </p:sp>
      <p:sp>
        <p:nvSpPr>
          <p:cNvPr id="8" name="Shape 6"/>
          <p:cNvSpPr/>
          <p:nvPr/>
        </p:nvSpPr>
        <p:spPr>
          <a:xfrm>
            <a:off x="1188720" y="1600200"/>
            <a:ext cx="384048" cy="384048"/>
          </a:xfrm>
          <a:prstGeom prst="ellipse">
            <a:avLst/>
          </a:prstGeom>
          <a:solidFill>
            <a:srgbClr val="0F9BA8"/>
          </a:solidFill>
          <a:ln w="12700">
            <a:solidFill>
              <a:srgbClr val="0F9BA8"/>
            </a:solidFill>
            <a:prstDash val="solid"/>
          </a:ln>
        </p:spPr>
      </p:sp>
      <p:sp>
        <p:nvSpPr>
          <p:cNvPr id="9" name="Text 7"/>
          <p:cNvSpPr/>
          <p:nvPr/>
        </p:nvSpPr>
        <p:spPr>
          <a:xfrm>
            <a:off x="1188720" y="1719255"/>
            <a:ext cx="384048" cy="73152"/>
          </a:xfrm>
          <a:prstGeom prst="rect">
            <a:avLst/>
          </a:prstGeom>
          <a:noFill/>
          <a:ln/>
        </p:spPr>
        <p:txBody>
          <a:bodyPr wrap="square" lIns="0" tIns="0" rIns="0" bIns="0" rtlCol="0" anchor="ctr"/>
          <a:lstStyle/>
          <a:p>
            <a:pPr algn="ctr" indent="0" marL="0">
              <a:buNone/>
            </a:pPr>
            <a:r>
              <a:rPr lang="en-US" sz="750" b="1" dirty="0">
                <a:solidFill>
                  <a:srgbClr val="FFFFFF"/>
                </a:solidFill>
                <a:latin typeface="Microsoft YaHei" pitchFamily="34" charset="0"/>
                <a:ea typeface="Microsoft YaHei" pitchFamily="34" charset="-122"/>
                <a:cs typeface="Microsoft YaHei" pitchFamily="34" charset="-120"/>
              </a:rPr>
              <a:t>G</a:t>
            </a:r>
            <a:endParaRPr lang="en-US" sz="750" dirty="0"/>
          </a:p>
        </p:txBody>
      </p:sp>
      <p:sp>
        <p:nvSpPr>
          <p:cNvPr id="10" name="Text 8"/>
          <p:cNvSpPr/>
          <p:nvPr/>
        </p:nvSpPr>
        <p:spPr>
          <a:xfrm>
            <a:off x="1737360" y="1581912"/>
            <a:ext cx="1691640" cy="128016"/>
          </a:xfrm>
          <a:prstGeom prst="rect">
            <a:avLst/>
          </a:prstGeom>
          <a:noFill/>
          <a:ln/>
        </p:spPr>
        <p:txBody>
          <a:bodyPr wrap="square" lIns="0" tIns="0" rIns="0" bIns="0" rtlCol="0" anchor="ctr"/>
          <a:lstStyle/>
          <a:p>
            <a:pPr indent="0" marL="0">
              <a:buNone/>
            </a:pPr>
            <a:r>
              <a:rPr lang="en-US" sz="1150" b="1" dirty="0">
                <a:solidFill>
                  <a:srgbClr val="172033"/>
                </a:solidFill>
                <a:latin typeface="Microsoft YaHei" pitchFamily="34" charset="0"/>
                <a:ea typeface="Microsoft YaHei" pitchFamily="34" charset="-122"/>
                <a:cs typeface="Microsoft YaHei" pitchFamily="34" charset="-120"/>
              </a:rPr>
              <a:t>Guide</a:t>
            </a:r>
            <a:endParaRPr lang="en-US" sz="1150" dirty="0"/>
          </a:p>
        </p:txBody>
      </p:sp>
      <p:sp>
        <p:nvSpPr>
          <p:cNvPr id="11" name="Text 9"/>
          <p:cNvSpPr/>
          <p:nvPr/>
        </p:nvSpPr>
        <p:spPr>
          <a:xfrm>
            <a:off x="1737360" y="1892808"/>
            <a:ext cx="1691640" cy="91440"/>
          </a:xfrm>
          <a:prstGeom prst="rect">
            <a:avLst/>
          </a:prstGeom>
          <a:noFill/>
          <a:ln/>
        </p:spPr>
        <p:txBody>
          <a:bodyPr wrap="square" lIns="0" tIns="0" rIns="0" bIns="0" rtlCol="0" anchor="ctr"/>
          <a:lstStyle/>
          <a:p>
            <a:pPr indent="0" marL="0">
              <a:buNone/>
            </a:pPr>
            <a:r>
              <a:rPr lang="en-US" sz="770" dirty="0">
                <a:solidFill>
                  <a:srgbClr val="62718A"/>
                </a:solidFill>
                <a:latin typeface="Microsoft YaHei" pitchFamily="34" charset="0"/>
                <a:ea typeface="Microsoft YaHei" pitchFamily="34" charset="-122"/>
                <a:cs typeface="Microsoft YaHei" pitchFamily="34" charset="-120"/>
              </a:rPr>
              <a:t>审题引导</a:t>
            </a:r>
            <a:endParaRPr lang="en-US" sz="770" dirty="0"/>
          </a:p>
        </p:txBody>
      </p:sp>
      <p:sp>
        <p:nvSpPr>
          <p:cNvPr id="12" name="Shape 10"/>
          <p:cNvSpPr/>
          <p:nvPr/>
        </p:nvSpPr>
        <p:spPr>
          <a:xfrm>
            <a:off x="2359152" y="1810512"/>
            <a:ext cx="3694176" cy="1563624"/>
          </a:xfrm>
          <a:prstGeom prst="line">
            <a:avLst/>
          </a:prstGeom>
          <a:noFill/>
          <a:ln w="11430">
            <a:solidFill>
              <a:srgbClr val="CBD5E1">
                <a:alpha val="85000"/>
              </a:srgbClr>
            </a:solidFill>
            <a:prstDash val="solid"/>
            <a:tailEnd type="triangle"/>
          </a:ln>
        </p:spPr>
      </p:sp>
      <p:sp>
        <p:nvSpPr>
          <p:cNvPr id="13" name="Shape 11"/>
          <p:cNvSpPr/>
          <p:nvPr/>
        </p:nvSpPr>
        <p:spPr>
          <a:xfrm>
            <a:off x="8211312" y="1417320"/>
            <a:ext cx="2743200" cy="786384"/>
          </a:xfrm>
          <a:prstGeom prst="roundRect">
            <a:avLst>
              <a:gd name="adj" fmla="val 9302"/>
            </a:avLst>
          </a:prstGeom>
          <a:solidFill>
            <a:srgbClr val="FFFFFF"/>
          </a:solidFill>
          <a:ln w="8890">
            <a:solidFill>
              <a:srgbClr val="DDE6EF"/>
            </a:solidFill>
            <a:prstDash val="solid"/>
          </a:ln>
          <a:effectLst>
            <a:outerShdw sx="100000" sy="100000" kx="0" ky="0" algn="bl" rotWithShape="0" blurRad="12700" dist="50800" dir="2700000">
              <a:srgbClr val="CBD5E1">
                <a:alpha val="13000"/>
              </a:srgbClr>
            </a:outerShdw>
          </a:effectLst>
        </p:spPr>
      </p:sp>
      <p:sp>
        <p:nvSpPr>
          <p:cNvPr id="14" name="Shape 12"/>
          <p:cNvSpPr/>
          <p:nvPr/>
        </p:nvSpPr>
        <p:spPr>
          <a:xfrm>
            <a:off x="8412480" y="1600200"/>
            <a:ext cx="384048" cy="384048"/>
          </a:xfrm>
          <a:prstGeom prst="ellipse">
            <a:avLst/>
          </a:prstGeom>
          <a:solidFill>
            <a:srgbClr val="E6508A"/>
          </a:solidFill>
          <a:ln w="12700">
            <a:solidFill>
              <a:srgbClr val="E6508A"/>
            </a:solidFill>
            <a:prstDash val="solid"/>
          </a:ln>
        </p:spPr>
      </p:sp>
      <p:sp>
        <p:nvSpPr>
          <p:cNvPr id="15" name="Text 13"/>
          <p:cNvSpPr/>
          <p:nvPr/>
        </p:nvSpPr>
        <p:spPr>
          <a:xfrm>
            <a:off x="8412480" y="1719255"/>
            <a:ext cx="384048" cy="73152"/>
          </a:xfrm>
          <a:prstGeom prst="rect">
            <a:avLst/>
          </a:prstGeom>
          <a:noFill/>
          <a:ln/>
        </p:spPr>
        <p:txBody>
          <a:bodyPr wrap="square" lIns="0" tIns="0" rIns="0" bIns="0" rtlCol="0" anchor="ctr"/>
          <a:lstStyle/>
          <a:p>
            <a:pPr algn="ctr" indent="0" marL="0">
              <a:buNone/>
            </a:pPr>
            <a:r>
              <a:rPr lang="en-US" sz="750" b="1" dirty="0">
                <a:solidFill>
                  <a:srgbClr val="FFFFFF"/>
                </a:solidFill>
                <a:latin typeface="Microsoft YaHei" pitchFamily="34" charset="0"/>
                <a:ea typeface="Microsoft YaHei" pitchFamily="34" charset="-122"/>
                <a:cs typeface="Microsoft YaHei" pitchFamily="34" charset="-120"/>
              </a:rPr>
              <a:t>D</a:t>
            </a:r>
            <a:endParaRPr lang="en-US" sz="750" dirty="0"/>
          </a:p>
        </p:txBody>
      </p:sp>
      <p:sp>
        <p:nvSpPr>
          <p:cNvPr id="16" name="Text 14"/>
          <p:cNvSpPr/>
          <p:nvPr/>
        </p:nvSpPr>
        <p:spPr>
          <a:xfrm>
            <a:off x="8961120" y="1581912"/>
            <a:ext cx="1691640" cy="128016"/>
          </a:xfrm>
          <a:prstGeom prst="rect">
            <a:avLst/>
          </a:prstGeom>
          <a:noFill/>
          <a:ln/>
        </p:spPr>
        <p:txBody>
          <a:bodyPr wrap="square" lIns="0" tIns="0" rIns="0" bIns="0" rtlCol="0" anchor="ctr"/>
          <a:lstStyle/>
          <a:p>
            <a:pPr indent="0" marL="0">
              <a:buNone/>
            </a:pPr>
            <a:r>
              <a:rPr lang="en-US" sz="1150" b="1" dirty="0">
                <a:solidFill>
                  <a:srgbClr val="172033"/>
                </a:solidFill>
                <a:latin typeface="Microsoft YaHei" pitchFamily="34" charset="0"/>
                <a:ea typeface="Microsoft YaHei" pitchFamily="34" charset="-122"/>
                <a:cs typeface="Microsoft YaHei" pitchFamily="34" charset="-120"/>
              </a:rPr>
              <a:t>Diagnostics</a:t>
            </a:r>
            <a:endParaRPr lang="en-US" sz="1150" dirty="0"/>
          </a:p>
        </p:txBody>
      </p:sp>
      <p:sp>
        <p:nvSpPr>
          <p:cNvPr id="17" name="Text 15"/>
          <p:cNvSpPr/>
          <p:nvPr/>
        </p:nvSpPr>
        <p:spPr>
          <a:xfrm>
            <a:off x="8961120" y="1892808"/>
            <a:ext cx="1691640" cy="91440"/>
          </a:xfrm>
          <a:prstGeom prst="rect">
            <a:avLst/>
          </a:prstGeom>
          <a:noFill/>
          <a:ln/>
        </p:spPr>
        <p:txBody>
          <a:bodyPr wrap="square" lIns="0" tIns="0" rIns="0" bIns="0" rtlCol="0" anchor="ctr"/>
          <a:lstStyle/>
          <a:p>
            <a:pPr indent="0" marL="0">
              <a:buNone/>
            </a:pPr>
            <a:r>
              <a:rPr lang="en-US" sz="770" dirty="0">
                <a:solidFill>
                  <a:srgbClr val="62718A"/>
                </a:solidFill>
                <a:latin typeface="Microsoft YaHei" pitchFamily="34" charset="0"/>
                <a:ea typeface="Microsoft YaHei" pitchFamily="34" charset="-122"/>
                <a:cs typeface="Microsoft YaHei" pitchFamily="34" charset="-120"/>
              </a:rPr>
              <a:t>错误诊断</a:t>
            </a:r>
            <a:endParaRPr lang="en-US" sz="770" dirty="0"/>
          </a:p>
        </p:txBody>
      </p:sp>
      <p:sp>
        <p:nvSpPr>
          <p:cNvPr id="18" name="Shape 16"/>
          <p:cNvSpPr/>
          <p:nvPr/>
        </p:nvSpPr>
        <p:spPr>
          <a:xfrm>
            <a:off x="9582912" y="1810512"/>
            <a:ext cx="-3529584" cy="1563624"/>
          </a:xfrm>
          <a:prstGeom prst="line">
            <a:avLst/>
          </a:prstGeom>
          <a:noFill/>
          <a:ln w="11430">
            <a:solidFill>
              <a:srgbClr val="CBD5E1">
                <a:alpha val="85000"/>
              </a:srgbClr>
            </a:solidFill>
            <a:prstDash val="solid"/>
            <a:tailEnd type="triangle"/>
          </a:ln>
        </p:spPr>
      </p:sp>
      <p:sp>
        <p:nvSpPr>
          <p:cNvPr id="19" name="Shape 17"/>
          <p:cNvSpPr/>
          <p:nvPr/>
        </p:nvSpPr>
        <p:spPr>
          <a:xfrm>
            <a:off x="987552" y="4572000"/>
            <a:ext cx="2743200" cy="786384"/>
          </a:xfrm>
          <a:prstGeom prst="roundRect">
            <a:avLst>
              <a:gd name="adj" fmla="val 9302"/>
            </a:avLst>
          </a:prstGeom>
          <a:solidFill>
            <a:srgbClr val="FFFFFF"/>
          </a:solidFill>
          <a:ln w="8890">
            <a:solidFill>
              <a:srgbClr val="DDE6EF"/>
            </a:solidFill>
            <a:prstDash val="solid"/>
          </a:ln>
          <a:effectLst>
            <a:outerShdw sx="100000" sy="100000" kx="0" ky="0" algn="bl" rotWithShape="0" blurRad="12700" dist="50800" dir="2700000">
              <a:srgbClr val="CBD5E1">
                <a:alpha val="13000"/>
              </a:srgbClr>
            </a:outerShdw>
          </a:effectLst>
        </p:spPr>
      </p:sp>
      <p:sp>
        <p:nvSpPr>
          <p:cNvPr id="20" name="Shape 18"/>
          <p:cNvSpPr/>
          <p:nvPr/>
        </p:nvSpPr>
        <p:spPr>
          <a:xfrm>
            <a:off x="1188720" y="4754880"/>
            <a:ext cx="384048" cy="384048"/>
          </a:xfrm>
          <a:prstGeom prst="ellipse">
            <a:avLst/>
          </a:prstGeom>
          <a:solidFill>
            <a:srgbClr val="2CB67D"/>
          </a:solidFill>
          <a:ln w="12700">
            <a:solidFill>
              <a:srgbClr val="2CB67D"/>
            </a:solidFill>
            <a:prstDash val="solid"/>
          </a:ln>
        </p:spPr>
      </p:sp>
      <p:sp>
        <p:nvSpPr>
          <p:cNvPr id="21" name="Text 19"/>
          <p:cNvSpPr/>
          <p:nvPr/>
        </p:nvSpPr>
        <p:spPr>
          <a:xfrm>
            <a:off x="1188720" y="4873935"/>
            <a:ext cx="384048" cy="73152"/>
          </a:xfrm>
          <a:prstGeom prst="rect">
            <a:avLst/>
          </a:prstGeom>
          <a:noFill/>
          <a:ln/>
        </p:spPr>
        <p:txBody>
          <a:bodyPr wrap="square" lIns="0" tIns="0" rIns="0" bIns="0" rtlCol="0" anchor="ctr"/>
          <a:lstStyle/>
          <a:p>
            <a:pPr algn="ctr" indent="0" marL="0">
              <a:buNone/>
            </a:pPr>
            <a:r>
              <a:rPr lang="en-US" sz="750" b="1" dirty="0">
                <a:solidFill>
                  <a:srgbClr val="FFFFFF"/>
                </a:solidFill>
                <a:latin typeface="Microsoft YaHei" pitchFamily="34" charset="0"/>
                <a:ea typeface="Microsoft YaHei" pitchFamily="34" charset="-122"/>
                <a:cs typeface="Microsoft YaHei" pitchFamily="34" charset="-120"/>
              </a:rPr>
              <a:t>T</a:t>
            </a:r>
            <a:endParaRPr lang="en-US" sz="750" dirty="0"/>
          </a:p>
        </p:txBody>
      </p:sp>
      <p:sp>
        <p:nvSpPr>
          <p:cNvPr id="22" name="Text 20"/>
          <p:cNvSpPr/>
          <p:nvPr/>
        </p:nvSpPr>
        <p:spPr>
          <a:xfrm>
            <a:off x="1737360" y="4736592"/>
            <a:ext cx="1691640" cy="128016"/>
          </a:xfrm>
          <a:prstGeom prst="rect">
            <a:avLst/>
          </a:prstGeom>
          <a:noFill/>
          <a:ln/>
        </p:spPr>
        <p:txBody>
          <a:bodyPr wrap="square" lIns="0" tIns="0" rIns="0" bIns="0" rtlCol="0" anchor="ctr"/>
          <a:lstStyle/>
          <a:p>
            <a:pPr indent="0" marL="0">
              <a:buNone/>
            </a:pPr>
            <a:r>
              <a:rPr lang="en-US" sz="1150" b="1" dirty="0">
                <a:solidFill>
                  <a:srgbClr val="172033"/>
                </a:solidFill>
                <a:latin typeface="Microsoft YaHei" pitchFamily="34" charset="0"/>
                <a:ea typeface="Microsoft YaHei" pitchFamily="34" charset="-122"/>
                <a:cs typeface="Microsoft YaHei" pitchFamily="34" charset="-120"/>
              </a:rPr>
              <a:t>Transfer</a:t>
            </a:r>
            <a:endParaRPr lang="en-US" sz="1150" dirty="0"/>
          </a:p>
        </p:txBody>
      </p:sp>
      <p:sp>
        <p:nvSpPr>
          <p:cNvPr id="23" name="Text 21"/>
          <p:cNvSpPr/>
          <p:nvPr/>
        </p:nvSpPr>
        <p:spPr>
          <a:xfrm>
            <a:off x="1737360" y="5047488"/>
            <a:ext cx="1691640" cy="91440"/>
          </a:xfrm>
          <a:prstGeom prst="rect">
            <a:avLst/>
          </a:prstGeom>
          <a:noFill/>
          <a:ln/>
        </p:spPr>
        <p:txBody>
          <a:bodyPr wrap="square" lIns="0" tIns="0" rIns="0" bIns="0" rtlCol="0" anchor="ctr"/>
          <a:lstStyle/>
          <a:p>
            <a:pPr indent="0" marL="0">
              <a:buNone/>
            </a:pPr>
            <a:r>
              <a:rPr lang="en-US" sz="770" dirty="0">
                <a:solidFill>
                  <a:srgbClr val="62718A"/>
                </a:solidFill>
                <a:latin typeface="Microsoft YaHei" pitchFamily="34" charset="0"/>
                <a:ea typeface="Microsoft YaHei" pitchFamily="34" charset="-122"/>
                <a:cs typeface="Microsoft YaHei" pitchFamily="34" charset="-120"/>
              </a:rPr>
              <a:t>迁移练习</a:t>
            </a:r>
            <a:endParaRPr lang="en-US" sz="770" dirty="0"/>
          </a:p>
        </p:txBody>
      </p:sp>
      <p:sp>
        <p:nvSpPr>
          <p:cNvPr id="24" name="Shape 22"/>
          <p:cNvSpPr/>
          <p:nvPr/>
        </p:nvSpPr>
        <p:spPr>
          <a:xfrm>
            <a:off x="2359152" y="4965192"/>
            <a:ext cx="3694176" cy="-1591056"/>
          </a:xfrm>
          <a:prstGeom prst="line">
            <a:avLst/>
          </a:prstGeom>
          <a:noFill/>
          <a:ln w="11430">
            <a:solidFill>
              <a:srgbClr val="CBD5E1">
                <a:alpha val="85000"/>
              </a:srgbClr>
            </a:solidFill>
            <a:prstDash val="solid"/>
            <a:tailEnd type="triangle"/>
          </a:ln>
        </p:spPr>
      </p:sp>
      <p:sp>
        <p:nvSpPr>
          <p:cNvPr id="25" name="Shape 23"/>
          <p:cNvSpPr/>
          <p:nvPr/>
        </p:nvSpPr>
        <p:spPr>
          <a:xfrm>
            <a:off x="8211312" y="4572000"/>
            <a:ext cx="2743200" cy="786384"/>
          </a:xfrm>
          <a:prstGeom prst="roundRect">
            <a:avLst>
              <a:gd name="adj" fmla="val 9302"/>
            </a:avLst>
          </a:prstGeom>
          <a:solidFill>
            <a:srgbClr val="FFFFFF"/>
          </a:solidFill>
          <a:ln w="8890">
            <a:solidFill>
              <a:srgbClr val="DDE6EF"/>
            </a:solidFill>
            <a:prstDash val="solid"/>
          </a:ln>
          <a:effectLst>
            <a:outerShdw sx="100000" sy="100000" kx="0" ky="0" algn="bl" rotWithShape="0" blurRad="12700" dist="50800" dir="2700000">
              <a:srgbClr val="CBD5E1">
                <a:alpha val="13000"/>
              </a:srgbClr>
            </a:outerShdw>
          </a:effectLst>
        </p:spPr>
      </p:sp>
      <p:sp>
        <p:nvSpPr>
          <p:cNvPr id="26" name="Shape 24"/>
          <p:cNvSpPr/>
          <p:nvPr/>
        </p:nvSpPr>
        <p:spPr>
          <a:xfrm>
            <a:off x="8412480" y="4754880"/>
            <a:ext cx="384048" cy="384048"/>
          </a:xfrm>
          <a:prstGeom prst="ellipse">
            <a:avLst/>
          </a:prstGeom>
          <a:solidFill>
            <a:srgbClr val="F59E0B"/>
          </a:solidFill>
          <a:ln w="12700">
            <a:solidFill>
              <a:srgbClr val="F59E0B"/>
            </a:solidFill>
            <a:prstDash val="solid"/>
          </a:ln>
        </p:spPr>
      </p:sp>
      <p:sp>
        <p:nvSpPr>
          <p:cNvPr id="27" name="Text 25"/>
          <p:cNvSpPr/>
          <p:nvPr/>
        </p:nvSpPr>
        <p:spPr>
          <a:xfrm>
            <a:off x="8412480" y="4873935"/>
            <a:ext cx="384048" cy="73152"/>
          </a:xfrm>
          <a:prstGeom prst="rect">
            <a:avLst/>
          </a:prstGeom>
          <a:noFill/>
          <a:ln/>
        </p:spPr>
        <p:txBody>
          <a:bodyPr wrap="square" lIns="0" tIns="0" rIns="0" bIns="0" rtlCol="0" anchor="ctr"/>
          <a:lstStyle/>
          <a:p>
            <a:pPr algn="ctr" indent="0" marL="0">
              <a:buNone/>
            </a:pPr>
            <a:r>
              <a:rPr lang="en-US" sz="750" b="1" dirty="0">
                <a:solidFill>
                  <a:srgbClr val="FFFFFF"/>
                </a:solidFill>
                <a:latin typeface="Microsoft YaHei" pitchFamily="34" charset="0"/>
                <a:ea typeface="Microsoft YaHei" pitchFamily="34" charset="-122"/>
                <a:cs typeface="Microsoft YaHei" pitchFamily="34" charset="-120"/>
              </a:rPr>
              <a:t>M</a:t>
            </a:r>
            <a:endParaRPr lang="en-US" sz="750" dirty="0"/>
          </a:p>
        </p:txBody>
      </p:sp>
      <p:sp>
        <p:nvSpPr>
          <p:cNvPr id="28" name="Text 26"/>
          <p:cNvSpPr/>
          <p:nvPr/>
        </p:nvSpPr>
        <p:spPr>
          <a:xfrm>
            <a:off x="8961120" y="4736592"/>
            <a:ext cx="1691640" cy="128016"/>
          </a:xfrm>
          <a:prstGeom prst="rect">
            <a:avLst/>
          </a:prstGeom>
          <a:noFill/>
          <a:ln/>
        </p:spPr>
        <p:txBody>
          <a:bodyPr wrap="square" lIns="0" tIns="0" rIns="0" bIns="0" rtlCol="0" anchor="ctr"/>
          <a:lstStyle/>
          <a:p>
            <a:pPr indent="0" marL="0">
              <a:buNone/>
            </a:pPr>
            <a:r>
              <a:rPr lang="en-US" sz="1150" b="1" dirty="0">
                <a:solidFill>
                  <a:srgbClr val="172033"/>
                </a:solidFill>
                <a:latin typeface="Microsoft YaHei" pitchFamily="34" charset="0"/>
                <a:ea typeface="Microsoft YaHei" pitchFamily="34" charset="-122"/>
                <a:cs typeface="Microsoft YaHei" pitchFamily="34" charset="-120"/>
              </a:rPr>
              <a:t>Metacognitive</a:t>
            </a:r>
            <a:endParaRPr lang="en-US" sz="1150" dirty="0"/>
          </a:p>
        </p:txBody>
      </p:sp>
      <p:sp>
        <p:nvSpPr>
          <p:cNvPr id="29" name="Text 27"/>
          <p:cNvSpPr/>
          <p:nvPr/>
        </p:nvSpPr>
        <p:spPr>
          <a:xfrm>
            <a:off x="8961120" y="5047488"/>
            <a:ext cx="1691640" cy="91440"/>
          </a:xfrm>
          <a:prstGeom prst="rect">
            <a:avLst/>
          </a:prstGeom>
          <a:noFill/>
          <a:ln/>
        </p:spPr>
        <p:txBody>
          <a:bodyPr wrap="square" lIns="0" tIns="0" rIns="0" bIns="0" rtlCol="0" anchor="ctr"/>
          <a:lstStyle/>
          <a:p>
            <a:pPr indent="0" marL="0">
              <a:buNone/>
            </a:pPr>
            <a:r>
              <a:rPr lang="en-US" sz="770" dirty="0">
                <a:solidFill>
                  <a:srgbClr val="62718A"/>
                </a:solidFill>
                <a:latin typeface="Microsoft YaHei" pitchFamily="34" charset="0"/>
                <a:ea typeface="Microsoft YaHei" pitchFamily="34" charset="-122"/>
                <a:cs typeface="Microsoft YaHei" pitchFamily="34" charset="-120"/>
              </a:rPr>
              <a:t>学习反思</a:t>
            </a:r>
            <a:endParaRPr lang="en-US" sz="770" dirty="0"/>
          </a:p>
        </p:txBody>
      </p:sp>
      <p:sp>
        <p:nvSpPr>
          <p:cNvPr id="30" name="Shape 28"/>
          <p:cNvSpPr/>
          <p:nvPr/>
        </p:nvSpPr>
        <p:spPr>
          <a:xfrm>
            <a:off x="9582912" y="4965192"/>
            <a:ext cx="-3529584" cy="-1591056"/>
          </a:xfrm>
          <a:prstGeom prst="line">
            <a:avLst/>
          </a:prstGeom>
          <a:noFill/>
          <a:ln w="11430">
            <a:solidFill>
              <a:srgbClr val="CBD5E1">
                <a:alpha val="85000"/>
              </a:srgbClr>
            </a:solidFill>
            <a:prstDash val="solid"/>
            <a:tailEnd type="triangle"/>
          </a:ln>
        </p:spPr>
      </p:sp>
      <p:sp>
        <p:nvSpPr>
          <p:cNvPr id="31" name="Shape 29"/>
          <p:cNvSpPr/>
          <p:nvPr/>
        </p:nvSpPr>
        <p:spPr>
          <a:xfrm>
            <a:off x="4892040" y="5074920"/>
            <a:ext cx="2743200" cy="786384"/>
          </a:xfrm>
          <a:prstGeom prst="roundRect">
            <a:avLst>
              <a:gd name="adj" fmla="val 9302"/>
            </a:avLst>
          </a:prstGeom>
          <a:solidFill>
            <a:srgbClr val="FFFFFF"/>
          </a:solidFill>
          <a:ln w="8890">
            <a:solidFill>
              <a:srgbClr val="DDE6EF"/>
            </a:solidFill>
            <a:prstDash val="solid"/>
          </a:ln>
          <a:effectLst>
            <a:outerShdw sx="100000" sy="100000" kx="0" ky="0" algn="bl" rotWithShape="0" blurRad="12700" dist="50800" dir="2700000">
              <a:srgbClr val="CBD5E1">
                <a:alpha val="13000"/>
              </a:srgbClr>
            </a:outerShdw>
          </a:effectLst>
        </p:spPr>
      </p:sp>
      <p:sp>
        <p:nvSpPr>
          <p:cNvPr id="32" name="Shape 30"/>
          <p:cNvSpPr/>
          <p:nvPr/>
        </p:nvSpPr>
        <p:spPr>
          <a:xfrm>
            <a:off x="5093208" y="5257800"/>
            <a:ext cx="384048" cy="384048"/>
          </a:xfrm>
          <a:prstGeom prst="ellipse">
            <a:avLst/>
          </a:prstGeom>
          <a:solidFill>
            <a:srgbClr val="2563EB"/>
          </a:solidFill>
          <a:ln w="12700">
            <a:solidFill>
              <a:srgbClr val="2563EB"/>
            </a:solidFill>
            <a:prstDash val="solid"/>
          </a:ln>
        </p:spPr>
      </p:sp>
      <p:sp>
        <p:nvSpPr>
          <p:cNvPr id="33" name="Text 31"/>
          <p:cNvSpPr/>
          <p:nvPr/>
        </p:nvSpPr>
        <p:spPr>
          <a:xfrm>
            <a:off x="5093208" y="5376855"/>
            <a:ext cx="384048" cy="73152"/>
          </a:xfrm>
          <a:prstGeom prst="rect">
            <a:avLst/>
          </a:prstGeom>
          <a:noFill/>
          <a:ln/>
        </p:spPr>
        <p:txBody>
          <a:bodyPr wrap="square" lIns="0" tIns="0" rIns="0" bIns="0" rtlCol="0" anchor="ctr"/>
          <a:lstStyle/>
          <a:p>
            <a:pPr algn="ctr" indent="0" marL="0">
              <a:buNone/>
            </a:pPr>
            <a:r>
              <a:rPr lang="en-US" sz="750" b="1" dirty="0">
                <a:solidFill>
                  <a:srgbClr val="FFFFFF"/>
                </a:solidFill>
                <a:latin typeface="Microsoft YaHei" pitchFamily="34" charset="0"/>
                <a:ea typeface="Microsoft YaHei" pitchFamily="34" charset="-122"/>
                <a:cs typeface="Microsoft YaHei" pitchFamily="34" charset="-120"/>
              </a:rPr>
              <a:t>C</a:t>
            </a:r>
            <a:endParaRPr lang="en-US" sz="750" dirty="0"/>
          </a:p>
        </p:txBody>
      </p:sp>
      <p:sp>
        <p:nvSpPr>
          <p:cNvPr id="34" name="Text 32"/>
          <p:cNvSpPr/>
          <p:nvPr/>
        </p:nvSpPr>
        <p:spPr>
          <a:xfrm>
            <a:off x="5641848" y="5239512"/>
            <a:ext cx="1691640" cy="128016"/>
          </a:xfrm>
          <a:prstGeom prst="rect">
            <a:avLst/>
          </a:prstGeom>
          <a:noFill/>
          <a:ln/>
        </p:spPr>
        <p:txBody>
          <a:bodyPr wrap="square" lIns="0" tIns="0" rIns="0" bIns="0" rtlCol="0" anchor="ctr"/>
          <a:lstStyle/>
          <a:p>
            <a:pPr indent="0" marL="0">
              <a:buNone/>
            </a:pPr>
            <a:r>
              <a:rPr lang="en-US" sz="1150" b="1" dirty="0">
                <a:solidFill>
                  <a:srgbClr val="172033"/>
                </a:solidFill>
                <a:latin typeface="Microsoft YaHei" pitchFamily="34" charset="0"/>
                <a:ea typeface="Microsoft YaHei" pitchFamily="34" charset="-122"/>
                <a:cs typeface="Microsoft YaHei" pitchFamily="34" charset="-120"/>
              </a:rPr>
              <a:t>Chat</a:t>
            </a:r>
            <a:endParaRPr lang="en-US" sz="1150" dirty="0"/>
          </a:p>
        </p:txBody>
      </p:sp>
      <p:sp>
        <p:nvSpPr>
          <p:cNvPr id="35" name="Text 33"/>
          <p:cNvSpPr/>
          <p:nvPr/>
        </p:nvSpPr>
        <p:spPr>
          <a:xfrm>
            <a:off x="5641848" y="5550408"/>
            <a:ext cx="1691640" cy="91440"/>
          </a:xfrm>
          <a:prstGeom prst="rect">
            <a:avLst/>
          </a:prstGeom>
          <a:noFill/>
          <a:ln/>
        </p:spPr>
        <p:txBody>
          <a:bodyPr wrap="square" lIns="0" tIns="0" rIns="0" bIns="0" rtlCol="0" anchor="ctr"/>
          <a:lstStyle/>
          <a:p>
            <a:pPr indent="0" marL="0">
              <a:buNone/>
            </a:pPr>
            <a:r>
              <a:rPr lang="en-US" sz="770" dirty="0">
                <a:solidFill>
                  <a:srgbClr val="62718A"/>
                </a:solidFill>
                <a:latin typeface="Microsoft YaHei" pitchFamily="34" charset="0"/>
                <a:ea typeface="Microsoft YaHei" pitchFamily="34" charset="-122"/>
                <a:cs typeface="Microsoft YaHei" pitchFamily="34" charset="-120"/>
              </a:rPr>
              <a:t>补充问答</a:t>
            </a:r>
            <a:endParaRPr lang="en-US" sz="770" dirty="0"/>
          </a:p>
        </p:txBody>
      </p:sp>
      <p:sp>
        <p:nvSpPr>
          <p:cNvPr id="36" name="Shape 34"/>
          <p:cNvSpPr/>
          <p:nvPr/>
        </p:nvSpPr>
        <p:spPr>
          <a:xfrm>
            <a:off x="6263640" y="5468112"/>
            <a:ext cx="-210312" cy="-2093976"/>
          </a:xfrm>
          <a:prstGeom prst="line">
            <a:avLst/>
          </a:prstGeom>
          <a:noFill/>
          <a:ln w="11430">
            <a:solidFill>
              <a:srgbClr val="CBD5E1">
                <a:alpha val="85000"/>
              </a:srgbClr>
            </a:solidFill>
            <a:prstDash val="solid"/>
            <a:tailEnd type="triangle"/>
          </a:ln>
        </p:spPr>
      </p:sp>
      <p:sp>
        <p:nvSpPr>
          <p:cNvPr id="25" name="Slide Number Placeholder 0"/>
          <p:cNvSpPr>
            <a:spLocks noGrp="1"/>
          </p:cNvSpPr>
          <p:nvPr>
            <p:ph type="sldNum" sz="quarter" idx="4294967295"/>
          </p:nvPr>
        </p:nvSpPr>
        <p:spPr>
          <a:xfrm>
            <a:off x="11475720" y="6556248"/>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6B7A90"/>
                </a:solidFill>
                <a:latin typeface="Microsoft YaHei"/>
                <a:ea typeface="Microsoft YaHei"/>
                <a:cs typeface="Microsoft YaHei"/>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AFC"/>
        </a:solidFill>
      </p:bgPr>
    </p:bg>
    <p:spTree>
      <p:nvGrpSpPr>
        <p:cNvPr id="1" name=""/>
        <p:cNvGrpSpPr/>
        <p:nvPr/>
      </p:nvGrpSpPr>
      <p:grpSpPr>
        <a:xfrm>
          <a:off x="0" y="0"/>
          <a:ext cx="0" cy="0"/>
          <a:chOff x="0" y="0"/>
          <a:chExt cx="0" cy="0"/>
        </a:xfrm>
      </p:grpSpPr>
      <p:sp>
        <p:nvSpPr>
          <p:cNvPr id="2" name="Text 0"/>
          <p:cNvSpPr/>
          <p:nvPr/>
        </p:nvSpPr>
        <p:spPr>
          <a:xfrm>
            <a:off x="566928" y="338328"/>
            <a:ext cx="2926080" cy="182880"/>
          </a:xfrm>
          <a:prstGeom prst="rect">
            <a:avLst/>
          </a:prstGeom>
          <a:noFill/>
          <a:ln/>
        </p:spPr>
        <p:txBody>
          <a:bodyPr wrap="square" lIns="0" tIns="0" rIns="0" bIns="0" rtlCol="0" anchor="ctr"/>
          <a:lstStyle/>
          <a:p>
            <a:pPr indent="0" marL="0">
              <a:buNone/>
            </a:pPr>
            <a:r>
              <a:rPr lang="en-US" sz="800" b="1" dirty="0">
                <a:solidFill>
                  <a:srgbClr val="0F9BA8"/>
                </a:solidFill>
                <a:latin typeface="Microsoft YaHei" pitchFamily="34" charset="0"/>
                <a:ea typeface="Microsoft YaHei" pitchFamily="34" charset="-122"/>
                <a:cs typeface="Microsoft YaHei" pitchFamily="34" charset="-120"/>
              </a:rPr>
              <a:t>COURSE QA</a:t>
            </a:r>
            <a:endParaRPr lang="en-US" sz="800" dirty="0"/>
          </a:p>
        </p:txBody>
      </p:sp>
      <p:sp>
        <p:nvSpPr>
          <p:cNvPr id="3" name="Text 1"/>
          <p:cNvSpPr/>
          <p:nvPr/>
        </p:nvSpPr>
        <p:spPr>
          <a:xfrm>
            <a:off x="566928" y="566928"/>
            <a:ext cx="8229600" cy="438912"/>
          </a:xfrm>
          <a:prstGeom prst="rect">
            <a:avLst/>
          </a:prstGeom>
          <a:noFill/>
          <a:ln/>
        </p:spPr>
        <p:txBody>
          <a:bodyPr wrap="square" lIns="0" tIns="0" rIns="0" bIns="0" rtlCol="0" anchor="ctr">
            <a:normAutofit/>
          </a:bodyPr>
          <a:lstStyle/>
          <a:p>
            <a:pPr indent="0" marL="0">
              <a:buNone/>
            </a:pPr>
            <a:r>
              <a:rPr lang="en-US" sz="2300" b="1" dirty="0">
                <a:solidFill>
                  <a:srgbClr val="172033"/>
                </a:solidFill>
                <a:latin typeface="Microsoft YaHei" pitchFamily="34" charset="0"/>
                <a:ea typeface="Microsoft YaHei" pitchFamily="34" charset="-122"/>
                <a:cs typeface="Microsoft YaHei" pitchFamily="34" charset="-120"/>
              </a:rPr>
              <a:t>课程知识问答</a:t>
            </a:r>
            <a:endParaRPr lang="en-US" sz="2300" dirty="0"/>
          </a:p>
        </p:txBody>
      </p:sp>
      <p:sp>
        <p:nvSpPr>
          <p:cNvPr id="4" name="Shape 2"/>
          <p:cNvSpPr/>
          <p:nvPr/>
        </p:nvSpPr>
        <p:spPr>
          <a:xfrm>
            <a:off x="658368" y="1261872"/>
            <a:ext cx="5742432" cy="3429000"/>
          </a:xfrm>
          <a:prstGeom prst="roundRect">
            <a:avLst>
              <a:gd name="adj" fmla="val 2133"/>
            </a:avLst>
          </a:prstGeom>
          <a:solidFill>
            <a:srgbClr val="FFFFFF"/>
          </a:solidFill>
          <a:ln w="8890">
            <a:solidFill>
              <a:srgbClr val="CBD5E1"/>
            </a:solidFill>
            <a:prstDash val="solid"/>
          </a:ln>
          <a:effectLst>
            <a:outerShdw sx="100000" sy="100000" kx="0" ky="0" algn="bl" rotWithShape="0" blurRad="12700" dist="50800" dir="2700000">
              <a:srgbClr val="CBD5E1">
                <a:alpha val="13000"/>
              </a:srgbClr>
            </a:outerShdw>
          </a:effectLst>
        </p:spPr>
      </p:sp>
      <p:sp>
        <p:nvSpPr>
          <p:cNvPr id="5" name="Shape 3"/>
          <p:cNvSpPr/>
          <p:nvPr/>
        </p:nvSpPr>
        <p:spPr>
          <a:xfrm>
            <a:off x="658368" y="1261872"/>
            <a:ext cx="5742432" cy="310896"/>
          </a:xfrm>
          <a:prstGeom prst="rect">
            <a:avLst/>
          </a:prstGeom>
          <a:solidFill>
            <a:srgbClr val="F1F5F9"/>
          </a:solidFill>
          <a:ln w="5080">
            <a:solidFill>
              <a:srgbClr val="CBD5E1"/>
            </a:solidFill>
            <a:prstDash val="solid"/>
          </a:ln>
        </p:spPr>
      </p:sp>
      <p:sp>
        <p:nvSpPr>
          <p:cNvPr id="6" name="Shape 4"/>
          <p:cNvSpPr/>
          <p:nvPr/>
        </p:nvSpPr>
        <p:spPr>
          <a:xfrm>
            <a:off x="804672" y="1367028"/>
            <a:ext cx="64008" cy="64008"/>
          </a:xfrm>
          <a:prstGeom prst="ellipse">
            <a:avLst/>
          </a:prstGeom>
          <a:solidFill>
            <a:srgbClr val="EF476F"/>
          </a:solidFill>
          <a:ln w="12700">
            <a:solidFill>
              <a:srgbClr val="EF476F"/>
            </a:solidFill>
            <a:prstDash val="solid"/>
          </a:ln>
        </p:spPr>
      </p:sp>
      <p:sp>
        <p:nvSpPr>
          <p:cNvPr id="7" name="Shape 5"/>
          <p:cNvSpPr/>
          <p:nvPr/>
        </p:nvSpPr>
        <p:spPr>
          <a:xfrm>
            <a:off x="987552" y="1367028"/>
            <a:ext cx="64008" cy="64008"/>
          </a:xfrm>
          <a:prstGeom prst="ellipse">
            <a:avLst/>
          </a:prstGeom>
          <a:solidFill>
            <a:srgbClr val="FFD166"/>
          </a:solidFill>
          <a:ln w="12700">
            <a:solidFill>
              <a:srgbClr val="FFD166"/>
            </a:solidFill>
            <a:prstDash val="solid"/>
          </a:ln>
        </p:spPr>
      </p:sp>
      <p:sp>
        <p:nvSpPr>
          <p:cNvPr id="8" name="Shape 6"/>
          <p:cNvSpPr/>
          <p:nvPr/>
        </p:nvSpPr>
        <p:spPr>
          <a:xfrm>
            <a:off x="1170432" y="1367028"/>
            <a:ext cx="64008" cy="64008"/>
          </a:xfrm>
          <a:prstGeom prst="ellipse">
            <a:avLst/>
          </a:prstGeom>
          <a:solidFill>
            <a:srgbClr val="06D6A0"/>
          </a:solidFill>
          <a:ln w="12700">
            <a:solidFill>
              <a:srgbClr val="06D6A0"/>
            </a:solidFill>
            <a:prstDash val="solid"/>
          </a:ln>
        </p:spPr>
      </p:sp>
      <p:sp>
        <p:nvSpPr>
          <p:cNvPr id="9" name="Shape 7"/>
          <p:cNvSpPr/>
          <p:nvPr/>
        </p:nvSpPr>
        <p:spPr>
          <a:xfrm>
            <a:off x="914400" y="1920240"/>
            <a:ext cx="5230368" cy="2441448"/>
          </a:xfrm>
          <a:prstGeom prst="rect">
            <a:avLst/>
          </a:prstGeom>
          <a:solidFill>
            <a:srgbClr val="F8FAFC"/>
          </a:solidFill>
          <a:ln w="12700">
            <a:solidFill>
              <a:srgbClr val="E2E8F0"/>
            </a:solidFill>
            <a:prstDash val="solid"/>
          </a:ln>
        </p:spPr>
      </p:sp>
      <p:sp>
        <p:nvSpPr>
          <p:cNvPr id="10" name="Text 8"/>
          <p:cNvSpPr/>
          <p:nvPr/>
        </p:nvSpPr>
        <p:spPr>
          <a:xfrm>
            <a:off x="1097280" y="2221992"/>
            <a:ext cx="4864608" cy="237744"/>
          </a:xfrm>
          <a:prstGeom prst="rect">
            <a:avLst/>
          </a:prstGeom>
          <a:noFill/>
          <a:ln/>
        </p:spPr>
        <p:txBody>
          <a:bodyPr wrap="square" lIns="0" tIns="0" rIns="0" bIns="0" rtlCol="0" anchor="ctr">
            <a:normAutofit/>
          </a:bodyPr>
          <a:lstStyle/>
          <a:p>
            <a:pPr algn="ctr" indent="0" marL="0">
              <a:buNone/>
            </a:pPr>
            <a:r>
              <a:rPr lang="en-US" sz="1400" b="1" dirty="0">
                <a:solidFill>
                  <a:srgbClr val="0F9BA8"/>
                </a:solidFill>
                <a:latin typeface="Microsoft YaHei" pitchFamily="34" charset="0"/>
                <a:ea typeface="Microsoft YaHei" pitchFamily="34" charset="-122"/>
                <a:cs typeface="Microsoft YaHei" pitchFamily="34" charset="-120"/>
              </a:rPr>
              <a:t>图示位置</a:t>
            </a:r>
            <a:endParaRPr lang="en-US" sz="1400" dirty="0"/>
          </a:p>
        </p:txBody>
      </p:sp>
      <p:sp>
        <p:nvSpPr>
          <p:cNvPr id="11" name="Text 9"/>
          <p:cNvSpPr/>
          <p:nvPr/>
        </p:nvSpPr>
        <p:spPr>
          <a:xfrm>
            <a:off x="1133856" y="2651760"/>
            <a:ext cx="4791456" cy="411480"/>
          </a:xfrm>
          <a:prstGeom prst="rect">
            <a:avLst/>
          </a:prstGeom>
          <a:noFill/>
          <a:ln/>
        </p:spPr>
        <p:txBody>
          <a:bodyPr wrap="square" lIns="0" tIns="0" rIns="0" bIns="0" rtlCol="0" anchor="ctr">
            <a:normAutofit/>
          </a:bodyPr>
          <a:lstStyle/>
          <a:p>
            <a:pPr algn="ctr" indent="0" marL="0">
              <a:buNone/>
            </a:pPr>
            <a:r>
              <a:rPr lang="en-US" sz="1200" b="1" dirty="0">
                <a:solidFill>
                  <a:srgbClr val="172033"/>
                </a:solidFill>
                <a:latin typeface="Microsoft YaHei" pitchFamily="34" charset="0"/>
                <a:ea typeface="Microsoft YaHei" pitchFamily="34" charset="-122"/>
                <a:cs typeface="Microsoft YaHei" pitchFamily="34" charset="-120"/>
              </a:rPr>
              <a:t>课程知识问答页面截图</a:t>
            </a:r>
            <a:endParaRPr lang="en-US" sz="1200" dirty="0"/>
          </a:p>
        </p:txBody>
      </p:sp>
      <p:sp>
        <p:nvSpPr>
          <p:cNvPr id="12" name="Text 10"/>
          <p:cNvSpPr/>
          <p:nvPr/>
        </p:nvSpPr>
        <p:spPr>
          <a:xfrm>
            <a:off x="1225296" y="3291840"/>
            <a:ext cx="4608576" cy="320040"/>
          </a:xfrm>
          <a:prstGeom prst="rect">
            <a:avLst/>
          </a:prstGeom>
          <a:noFill/>
          <a:ln/>
        </p:spPr>
        <p:txBody>
          <a:bodyPr wrap="square" lIns="0" tIns="0" rIns="0" bIns="0" rtlCol="0" anchor="ctr">
            <a:normAutofit/>
          </a:bodyPr>
          <a:lstStyle/>
          <a:p>
            <a:pPr algn="ctr" indent="0" marL="0">
              <a:buNone/>
            </a:pPr>
            <a:r>
              <a:rPr lang="en-US" sz="820" dirty="0">
                <a:solidFill>
                  <a:srgbClr val="62718A"/>
                </a:solidFill>
                <a:latin typeface="Microsoft YaHei" pitchFamily="34" charset="0"/>
                <a:ea typeface="Microsoft YaHei" pitchFamily="34" charset="-122"/>
                <a:cs typeface="Microsoft YaHei" pitchFamily="34" charset="-120"/>
              </a:rPr>
              <a:t>建议展示学生提问、系统回答、课件引用页码和引用跳转入口</a:t>
            </a:r>
            <a:endParaRPr lang="en-US" sz="820" dirty="0"/>
          </a:p>
        </p:txBody>
      </p:sp>
      <p:sp>
        <p:nvSpPr>
          <p:cNvPr id="13" name="Shape 11"/>
          <p:cNvSpPr/>
          <p:nvPr/>
        </p:nvSpPr>
        <p:spPr>
          <a:xfrm>
            <a:off x="6995160" y="1417320"/>
            <a:ext cx="3794760" cy="694944"/>
          </a:xfrm>
          <a:prstGeom prst="roundRect">
            <a:avLst>
              <a:gd name="adj" fmla="val 10526"/>
            </a:avLst>
          </a:prstGeom>
          <a:solidFill>
            <a:srgbClr val="E8FAF8"/>
          </a:solidFill>
          <a:ln w="8890">
            <a:solidFill>
              <a:srgbClr val="FFFFFF"/>
            </a:solidFill>
            <a:prstDash val="solid"/>
          </a:ln>
          <a:effectLst>
            <a:outerShdw sx="100000" sy="100000" kx="0" ky="0" algn="bl" rotWithShape="0" blurRad="12700" dist="50800" dir="2700000">
              <a:srgbClr val="CBD5E1">
                <a:alpha val="13000"/>
              </a:srgbClr>
            </a:outerShdw>
          </a:effectLst>
        </p:spPr>
      </p:sp>
      <p:sp>
        <p:nvSpPr>
          <p:cNvPr id="14" name="Shape 12"/>
          <p:cNvSpPr/>
          <p:nvPr/>
        </p:nvSpPr>
        <p:spPr>
          <a:xfrm>
            <a:off x="7223760" y="1600200"/>
            <a:ext cx="329184" cy="329184"/>
          </a:xfrm>
          <a:prstGeom prst="ellipse">
            <a:avLst/>
          </a:prstGeom>
          <a:solidFill>
            <a:srgbClr val="0F9BA8"/>
          </a:solidFill>
          <a:ln w="12700">
            <a:solidFill>
              <a:srgbClr val="0F9BA8"/>
            </a:solidFill>
            <a:prstDash val="solid"/>
          </a:ln>
        </p:spPr>
      </p:sp>
      <p:sp>
        <p:nvSpPr>
          <p:cNvPr id="15" name="Text 13"/>
          <p:cNvSpPr/>
          <p:nvPr/>
        </p:nvSpPr>
        <p:spPr>
          <a:xfrm>
            <a:off x="7223760" y="1702247"/>
            <a:ext cx="329184" cy="73152"/>
          </a:xfrm>
          <a:prstGeom prst="rect">
            <a:avLst/>
          </a:prstGeom>
          <a:noFill/>
          <a:ln/>
        </p:spPr>
        <p:txBody>
          <a:bodyPr wrap="square" lIns="0" tIns="0" rIns="0" bIns="0" rtlCol="0" anchor="ctr"/>
          <a:lstStyle/>
          <a:p>
            <a:pPr algn="ctr" indent="0" marL="0">
              <a:buNone/>
            </a:pPr>
            <a:r>
              <a:rPr lang="en-US" sz="750" b="1" dirty="0">
                <a:solidFill>
                  <a:srgbClr val="FFFFFF"/>
                </a:solidFill>
                <a:latin typeface="Microsoft YaHei" pitchFamily="34" charset="0"/>
                <a:ea typeface="Microsoft YaHei" pitchFamily="34" charset="-122"/>
                <a:cs typeface="Microsoft YaHei" pitchFamily="34" charset="-120"/>
              </a:rPr>
              <a:t>1</a:t>
            </a:r>
            <a:endParaRPr lang="en-US" sz="750" dirty="0"/>
          </a:p>
        </p:txBody>
      </p:sp>
      <p:sp>
        <p:nvSpPr>
          <p:cNvPr id="16" name="Text 14"/>
          <p:cNvSpPr/>
          <p:nvPr/>
        </p:nvSpPr>
        <p:spPr>
          <a:xfrm>
            <a:off x="7726680" y="1572768"/>
            <a:ext cx="2377440" cy="137160"/>
          </a:xfrm>
          <a:prstGeom prst="rect">
            <a:avLst/>
          </a:prstGeom>
          <a:noFill/>
          <a:ln/>
        </p:spPr>
        <p:txBody>
          <a:bodyPr wrap="square" lIns="0" tIns="0" rIns="0" bIns="0" rtlCol="0" anchor="ctr"/>
          <a:lstStyle/>
          <a:p>
            <a:pPr indent="0" marL="0">
              <a:buNone/>
            </a:pPr>
            <a:r>
              <a:rPr lang="en-US" sz="1130" b="1" dirty="0">
                <a:solidFill>
                  <a:srgbClr val="172033"/>
                </a:solidFill>
                <a:latin typeface="Microsoft YaHei" pitchFamily="34" charset="0"/>
                <a:ea typeface="Microsoft YaHei" pitchFamily="34" charset="-122"/>
                <a:cs typeface="Microsoft YaHei" pitchFamily="34" charset="-120"/>
              </a:rPr>
              <a:t>language-pack</a:t>
            </a:r>
            <a:endParaRPr lang="en-US" sz="1130" dirty="0"/>
          </a:p>
        </p:txBody>
      </p:sp>
      <p:sp>
        <p:nvSpPr>
          <p:cNvPr id="17" name="Text 15"/>
          <p:cNvSpPr/>
          <p:nvPr/>
        </p:nvSpPr>
        <p:spPr>
          <a:xfrm>
            <a:off x="7726680" y="1865376"/>
            <a:ext cx="2377440" cy="91440"/>
          </a:xfrm>
          <a:prstGeom prst="rect">
            <a:avLst/>
          </a:prstGeom>
          <a:noFill/>
          <a:ln/>
        </p:spPr>
        <p:txBody>
          <a:bodyPr wrap="square" lIns="0" tIns="0" rIns="0" bIns="0" rtlCol="0" anchor="ctr"/>
          <a:lstStyle/>
          <a:p>
            <a:pPr indent="0" marL="0">
              <a:buNone/>
            </a:pPr>
            <a:r>
              <a:rPr lang="en-US" sz="780" dirty="0">
                <a:solidFill>
                  <a:srgbClr val="62718A"/>
                </a:solidFill>
                <a:latin typeface="Microsoft YaHei" pitchFamily="34" charset="0"/>
                <a:ea typeface="Microsoft YaHei" pitchFamily="34" charset="-122"/>
                <a:cs typeface="Microsoft YaHei" pitchFamily="34" charset="-120"/>
              </a:rPr>
              <a:t>课程内容包</a:t>
            </a:r>
            <a:endParaRPr lang="en-US" sz="780" dirty="0"/>
          </a:p>
        </p:txBody>
      </p:sp>
      <p:sp>
        <p:nvSpPr>
          <p:cNvPr id="18" name="Shape 16"/>
          <p:cNvSpPr/>
          <p:nvPr/>
        </p:nvSpPr>
        <p:spPr>
          <a:xfrm>
            <a:off x="8869680" y="2176272"/>
            <a:ext cx="0" cy="256032"/>
          </a:xfrm>
          <a:prstGeom prst="line">
            <a:avLst/>
          </a:prstGeom>
          <a:noFill/>
          <a:ln w="20320">
            <a:solidFill>
              <a:srgbClr val="DDE6EF"/>
            </a:solidFill>
            <a:prstDash val="solid"/>
            <a:tailEnd type="triangle"/>
          </a:ln>
        </p:spPr>
      </p:sp>
      <p:sp>
        <p:nvSpPr>
          <p:cNvPr id="19" name="Shape 17"/>
          <p:cNvSpPr/>
          <p:nvPr/>
        </p:nvSpPr>
        <p:spPr>
          <a:xfrm>
            <a:off x="6995160" y="2496312"/>
            <a:ext cx="3794760" cy="694944"/>
          </a:xfrm>
          <a:prstGeom prst="roundRect">
            <a:avLst>
              <a:gd name="adj" fmla="val 10526"/>
            </a:avLst>
          </a:prstGeom>
          <a:solidFill>
            <a:srgbClr val="EAF5FF"/>
          </a:solidFill>
          <a:ln w="8890">
            <a:solidFill>
              <a:srgbClr val="FFFFFF"/>
            </a:solidFill>
            <a:prstDash val="solid"/>
          </a:ln>
          <a:effectLst>
            <a:outerShdw sx="100000" sy="100000" kx="0" ky="0" algn="bl" rotWithShape="0" blurRad="12700" dist="50800" dir="2700000">
              <a:srgbClr val="CBD5E1">
                <a:alpha val="13000"/>
              </a:srgbClr>
            </a:outerShdw>
          </a:effectLst>
        </p:spPr>
      </p:sp>
      <p:sp>
        <p:nvSpPr>
          <p:cNvPr id="20" name="Shape 18"/>
          <p:cNvSpPr/>
          <p:nvPr/>
        </p:nvSpPr>
        <p:spPr>
          <a:xfrm>
            <a:off x="7223760" y="2679192"/>
            <a:ext cx="329184" cy="329184"/>
          </a:xfrm>
          <a:prstGeom prst="ellipse">
            <a:avLst/>
          </a:prstGeom>
          <a:solidFill>
            <a:srgbClr val="2563EB"/>
          </a:solidFill>
          <a:ln w="12700">
            <a:solidFill>
              <a:srgbClr val="2563EB"/>
            </a:solidFill>
            <a:prstDash val="solid"/>
          </a:ln>
        </p:spPr>
      </p:sp>
      <p:sp>
        <p:nvSpPr>
          <p:cNvPr id="21" name="Text 19"/>
          <p:cNvSpPr/>
          <p:nvPr/>
        </p:nvSpPr>
        <p:spPr>
          <a:xfrm>
            <a:off x="7223760" y="2781239"/>
            <a:ext cx="329184" cy="73152"/>
          </a:xfrm>
          <a:prstGeom prst="rect">
            <a:avLst/>
          </a:prstGeom>
          <a:noFill/>
          <a:ln/>
        </p:spPr>
        <p:txBody>
          <a:bodyPr wrap="square" lIns="0" tIns="0" rIns="0" bIns="0" rtlCol="0" anchor="ctr"/>
          <a:lstStyle/>
          <a:p>
            <a:pPr algn="ctr" indent="0" marL="0">
              <a:buNone/>
            </a:pPr>
            <a:r>
              <a:rPr lang="en-US" sz="750" b="1" dirty="0">
                <a:solidFill>
                  <a:srgbClr val="FFFFFF"/>
                </a:solidFill>
                <a:latin typeface="Microsoft YaHei" pitchFamily="34" charset="0"/>
                <a:ea typeface="Microsoft YaHei" pitchFamily="34" charset="-122"/>
                <a:cs typeface="Microsoft YaHei" pitchFamily="34" charset="-120"/>
              </a:rPr>
              <a:t>2</a:t>
            </a:r>
            <a:endParaRPr lang="en-US" sz="750" dirty="0"/>
          </a:p>
        </p:txBody>
      </p:sp>
      <p:sp>
        <p:nvSpPr>
          <p:cNvPr id="22" name="Text 20"/>
          <p:cNvSpPr/>
          <p:nvPr/>
        </p:nvSpPr>
        <p:spPr>
          <a:xfrm>
            <a:off x="7726680" y="2651760"/>
            <a:ext cx="2377440" cy="137160"/>
          </a:xfrm>
          <a:prstGeom prst="rect">
            <a:avLst/>
          </a:prstGeom>
          <a:noFill/>
          <a:ln/>
        </p:spPr>
        <p:txBody>
          <a:bodyPr wrap="square" lIns="0" tIns="0" rIns="0" bIns="0" rtlCol="0" anchor="ctr"/>
          <a:lstStyle/>
          <a:p>
            <a:pPr indent="0" marL="0">
              <a:buNone/>
            </a:pPr>
            <a:r>
              <a:rPr lang="en-US" sz="1130" b="1" dirty="0">
                <a:solidFill>
                  <a:srgbClr val="172033"/>
                </a:solidFill>
                <a:latin typeface="Microsoft YaHei" pitchFamily="34" charset="0"/>
                <a:ea typeface="Microsoft YaHei" pitchFamily="34" charset="-122"/>
                <a:cs typeface="Microsoft YaHei" pitchFamily="34" charset="-120"/>
              </a:rPr>
              <a:t>RAG 检索</a:t>
            </a:r>
            <a:endParaRPr lang="en-US" sz="1130" dirty="0"/>
          </a:p>
        </p:txBody>
      </p:sp>
      <p:sp>
        <p:nvSpPr>
          <p:cNvPr id="23" name="Text 21"/>
          <p:cNvSpPr/>
          <p:nvPr/>
        </p:nvSpPr>
        <p:spPr>
          <a:xfrm>
            <a:off x="7726680" y="2944368"/>
            <a:ext cx="2377440" cy="91440"/>
          </a:xfrm>
          <a:prstGeom prst="rect">
            <a:avLst/>
          </a:prstGeom>
          <a:noFill/>
          <a:ln/>
        </p:spPr>
        <p:txBody>
          <a:bodyPr wrap="square" lIns="0" tIns="0" rIns="0" bIns="0" rtlCol="0" anchor="ctr"/>
          <a:lstStyle/>
          <a:p>
            <a:pPr indent="0" marL="0">
              <a:buNone/>
            </a:pPr>
            <a:r>
              <a:rPr lang="en-US" sz="780" dirty="0">
                <a:solidFill>
                  <a:srgbClr val="62718A"/>
                </a:solidFill>
                <a:latin typeface="Microsoft YaHei" pitchFamily="34" charset="0"/>
                <a:ea typeface="Microsoft YaHei" pitchFamily="34" charset="-122"/>
                <a:cs typeface="Microsoft YaHei" pitchFamily="34" charset="-120"/>
              </a:rPr>
              <a:t>定位课件证据</a:t>
            </a:r>
            <a:endParaRPr lang="en-US" sz="780" dirty="0"/>
          </a:p>
        </p:txBody>
      </p:sp>
      <p:sp>
        <p:nvSpPr>
          <p:cNvPr id="24" name="Shape 22"/>
          <p:cNvSpPr/>
          <p:nvPr/>
        </p:nvSpPr>
        <p:spPr>
          <a:xfrm>
            <a:off x="8869680" y="3255264"/>
            <a:ext cx="0" cy="256032"/>
          </a:xfrm>
          <a:prstGeom prst="line">
            <a:avLst/>
          </a:prstGeom>
          <a:noFill/>
          <a:ln w="20320">
            <a:solidFill>
              <a:srgbClr val="DDE6EF"/>
            </a:solidFill>
            <a:prstDash val="solid"/>
            <a:tailEnd type="triangle"/>
          </a:ln>
        </p:spPr>
      </p:sp>
      <p:sp>
        <p:nvSpPr>
          <p:cNvPr id="25" name="Shape 23"/>
          <p:cNvSpPr/>
          <p:nvPr/>
        </p:nvSpPr>
        <p:spPr>
          <a:xfrm>
            <a:off x="6995160" y="3575304"/>
            <a:ext cx="3794760" cy="694944"/>
          </a:xfrm>
          <a:prstGeom prst="roundRect">
            <a:avLst>
              <a:gd name="adj" fmla="val 10526"/>
            </a:avLst>
          </a:prstGeom>
          <a:solidFill>
            <a:srgbClr val="FFF0F6"/>
          </a:solidFill>
          <a:ln w="8890">
            <a:solidFill>
              <a:srgbClr val="FFFFFF"/>
            </a:solidFill>
            <a:prstDash val="solid"/>
          </a:ln>
          <a:effectLst>
            <a:outerShdw sx="100000" sy="100000" kx="0" ky="0" algn="bl" rotWithShape="0" blurRad="12700" dist="50800" dir="2700000">
              <a:srgbClr val="CBD5E1">
                <a:alpha val="13000"/>
              </a:srgbClr>
            </a:outerShdw>
          </a:effectLst>
        </p:spPr>
      </p:sp>
      <p:sp>
        <p:nvSpPr>
          <p:cNvPr id="26" name="Shape 24"/>
          <p:cNvSpPr/>
          <p:nvPr/>
        </p:nvSpPr>
        <p:spPr>
          <a:xfrm>
            <a:off x="7223760" y="3758184"/>
            <a:ext cx="329184" cy="329184"/>
          </a:xfrm>
          <a:prstGeom prst="ellipse">
            <a:avLst/>
          </a:prstGeom>
          <a:solidFill>
            <a:srgbClr val="E6508A"/>
          </a:solidFill>
          <a:ln w="12700">
            <a:solidFill>
              <a:srgbClr val="E6508A"/>
            </a:solidFill>
            <a:prstDash val="solid"/>
          </a:ln>
        </p:spPr>
      </p:sp>
      <p:sp>
        <p:nvSpPr>
          <p:cNvPr id="27" name="Text 25"/>
          <p:cNvSpPr/>
          <p:nvPr/>
        </p:nvSpPr>
        <p:spPr>
          <a:xfrm>
            <a:off x="7223760" y="3860231"/>
            <a:ext cx="329184" cy="73152"/>
          </a:xfrm>
          <a:prstGeom prst="rect">
            <a:avLst/>
          </a:prstGeom>
          <a:noFill/>
          <a:ln/>
        </p:spPr>
        <p:txBody>
          <a:bodyPr wrap="square" lIns="0" tIns="0" rIns="0" bIns="0" rtlCol="0" anchor="ctr"/>
          <a:lstStyle/>
          <a:p>
            <a:pPr algn="ctr" indent="0" marL="0">
              <a:buNone/>
            </a:pPr>
            <a:r>
              <a:rPr lang="en-US" sz="750" b="1" dirty="0">
                <a:solidFill>
                  <a:srgbClr val="FFFFFF"/>
                </a:solidFill>
                <a:latin typeface="Microsoft YaHei" pitchFamily="34" charset="0"/>
                <a:ea typeface="Microsoft YaHei" pitchFamily="34" charset="-122"/>
                <a:cs typeface="Microsoft YaHei" pitchFamily="34" charset="-120"/>
              </a:rPr>
              <a:t>3</a:t>
            </a:r>
            <a:endParaRPr lang="en-US" sz="750" dirty="0"/>
          </a:p>
        </p:txBody>
      </p:sp>
      <p:sp>
        <p:nvSpPr>
          <p:cNvPr id="28" name="Text 26"/>
          <p:cNvSpPr/>
          <p:nvPr/>
        </p:nvSpPr>
        <p:spPr>
          <a:xfrm>
            <a:off x="7726680" y="3730752"/>
            <a:ext cx="2377440" cy="137160"/>
          </a:xfrm>
          <a:prstGeom prst="rect">
            <a:avLst/>
          </a:prstGeom>
          <a:noFill/>
          <a:ln/>
        </p:spPr>
        <p:txBody>
          <a:bodyPr wrap="square" lIns="0" tIns="0" rIns="0" bIns="0" rtlCol="0" anchor="ctr"/>
          <a:lstStyle/>
          <a:p>
            <a:pPr indent="0" marL="0">
              <a:buNone/>
            </a:pPr>
            <a:r>
              <a:rPr lang="en-US" sz="1130" b="1" dirty="0">
                <a:solidFill>
                  <a:srgbClr val="172033"/>
                </a:solidFill>
                <a:latin typeface="Microsoft YaHei" pitchFamily="34" charset="0"/>
                <a:ea typeface="Microsoft YaHei" pitchFamily="34" charset="-122"/>
                <a:cs typeface="Microsoft YaHei" pitchFamily="34" charset="-120"/>
              </a:rPr>
              <a:t>带引用回答</a:t>
            </a:r>
            <a:endParaRPr lang="en-US" sz="1130" dirty="0"/>
          </a:p>
        </p:txBody>
      </p:sp>
      <p:sp>
        <p:nvSpPr>
          <p:cNvPr id="29" name="Text 27"/>
          <p:cNvSpPr/>
          <p:nvPr/>
        </p:nvSpPr>
        <p:spPr>
          <a:xfrm>
            <a:off x="7726680" y="4023360"/>
            <a:ext cx="2377440" cy="91440"/>
          </a:xfrm>
          <a:prstGeom prst="rect">
            <a:avLst/>
          </a:prstGeom>
          <a:noFill/>
          <a:ln/>
        </p:spPr>
        <p:txBody>
          <a:bodyPr wrap="square" lIns="0" tIns="0" rIns="0" bIns="0" rtlCol="0" anchor="ctr"/>
          <a:lstStyle/>
          <a:p>
            <a:pPr indent="0" marL="0">
              <a:buNone/>
            </a:pPr>
            <a:r>
              <a:rPr lang="en-US" sz="780" dirty="0">
                <a:solidFill>
                  <a:srgbClr val="62718A"/>
                </a:solidFill>
                <a:latin typeface="Microsoft YaHei" pitchFamily="34" charset="0"/>
                <a:ea typeface="Microsoft YaHei" pitchFamily="34" charset="-122"/>
                <a:cs typeface="Microsoft YaHei" pitchFamily="34" charset="-120"/>
              </a:rPr>
              <a:t>回链课件页</a:t>
            </a:r>
            <a:endParaRPr lang="en-US" sz="780" dirty="0"/>
          </a:p>
        </p:txBody>
      </p:sp>
      <p:sp>
        <p:nvSpPr>
          <p:cNvPr id="30" name="Shape 28"/>
          <p:cNvSpPr/>
          <p:nvPr/>
        </p:nvSpPr>
        <p:spPr>
          <a:xfrm>
            <a:off x="6995160" y="4828032"/>
            <a:ext cx="3794760" cy="512064"/>
          </a:xfrm>
          <a:prstGeom prst="roundRect">
            <a:avLst>
              <a:gd name="adj" fmla="val 14286"/>
            </a:avLst>
          </a:prstGeom>
          <a:solidFill>
            <a:srgbClr val="FFFFFF"/>
          </a:solidFill>
          <a:ln w="8890">
            <a:solidFill>
              <a:srgbClr val="DDE6EF"/>
            </a:solidFill>
            <a:prstDash val="solid"/>
          </a:ln>
          <a:effectLst>
            <a:outerShdw sx="100000" sy="100000" kx="0" ky="0" algn="bl" rotWithShape="0" blurRad="12700" dist="50800" dir="2700000">
              <a:srgbClr val="CBD5E1">
                <a:alpha val="13000"/>
              </a:srgbClr>
            </a:outerShdw>
          </a:effectLst>
        </p:spPr>
      </p:sp>
      <p:sp>
        <p:nvSpPr>
          <p:cNvPr id="31" name="Text 29"/>
          <p:cNvSpPr/>
          <p:nvPr/>
        </p:nvSpPr>
        <p:spPr>
          <a:xfrm>
            <a:off x="7205472" y="5010912"/>
            <a:ext cx="3383280" cy="91440"/>
          </a:xfrm>
          <a:prstGeom prst="rect">
            <a:avLst/>
          </a:prstGeom>
          <a:noFill/>
          <a:ln/>
        </p:spPr>
        <p:txBody>
          <a:bodyPr wrap="square" lIns="0" tIns="0" rIns="0" bIns="0" rtlCol="0" anchor="ctr">
            <a:normAutofit/>
          </a:bodyPr>
          <a:lstStyle/>
          <a:p>
            <a:pPr algn="ctr" indent="0" marL="0">
              <a:buNone/>
            </a:pPr>
            <a:r>
              <a:rPr lang="en-US" sz="960" b="1" dirty="0">
                <a:solidFill>
                  <a:srgbClr val="172033"/>
                </a:solidFill>
                <a:latin typeface="Microsoft YaHei" pitchFamily="34" charset="0"/>
                <a:ea typeface="Microsoft YaHei" pitchFamily="34" charset="-122"/>
                <a:cs typeface="Microsoft YaHei" pitchFamily="34" charset="-120"/>
              </a:rPr>
              <a:t>解决“学过概念，但不会在题目里用”的断裂。</a:t>
            </a:r>
            <a:endParaRPr lang="en-US" sz="960" dirty="0"/>
          </a:p>
        </p:txBody>
      </p:sp>
      <p:sp>
        <p:nvSpPr>
          <p:cNvPr id="25" name="Slide Number Placeholder 0"/>
          <p:cNvSpPr>
            <a:spLocks noGrp="1"/>
          </p:cNvSpPr>
          <p:nvPr>
            <p:ph type="sldNum" sz="quarter" idx="4294967295"/>
          </p:nvPr>
        </p:nvSpPr>
        <p:spPr>
          <a:xfrm>
            <a:off x="11475720" y="6556248"/>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6B7A90"/>
                </a:solidFill>
                <a:latin typeface="Microsoft YaHei"/>
                <a:ea typeface="Microsoft YaHei"/>
                <a:cs typeface="Microsoft YaHei"/>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AFC"/>
        </a:solidFill>
      </p:bgPr>
    </p:bg>
    <p:spTree>
      <p:nvGrpSpPr>
        <p:cNvPr id="1" name=""/>
        <p:cNvGrpSpPr/>
        <p:nvPr/>
      </p:nvGrpSpPr>
      <p:grpSpPr>
        <a:xfrm>
          <a:off x="0" y="0"/>
          <a:ext cx="0" cy="0"/>
          <a:chOff x="0" y="0"/>
          <a:chExt cx="0" cy="0"/>
        </a:xfrm>
      </p:grpSpPr>
      <p:sp>
        <p:nvSpPr>
          <p:cNvPr id="2" name="Text 0"/>
          <p:cNvSpPr/>
          <p:nvPr/>
        </p:nvSpPr>
        <p:spPr>
          <a:xfrm>
            <a:off x="566928" y="338328"/>
            <a:ext cx="2926080" cy="182880"/>
          </a:xfrm>
          <a:prstGeom prst="rect">
            <a:avLst/>
          </a:prstGeom>
          <a:noFill/>
          <a:ln/>
        </p:spPr>
        <p:txBody>
          <a:bodyPr wrap="square" lIns="0" tIns="0" rIns="0" bIns="0" rtlCol="0" anchor="ctr"/>
          <a:lstStyle/>
          <a:p>
            <a:pPr indent="0" marL="0">
              <a:buNone/>
            </a:pPr>
            <a:r>
              <a:rPr lang="en-US" sz="800" b="1" dirty="0">
                <a:solidFill>
                  <a:srgbClr val="0F9BA8"/>
                </a:solidFill>
                <a:latin typeface="Microsoft YaHei" pitchFamily="34" charset="0"/>
                <a:ea typeface="Microsoft YaHei" pitchFamily="34" charset="-122"/>
                <a:cs typeface="Microsoft YaHei" pitchFamily="34" charset="-120"/>
              </a:rPr>
              <a:t>REVIEW &amp; ANALYTICS</a:t>
            </a:r>
            <a:endParaRPr lang="en-US" sz="800" dirty="0"/>
          </a:p>
        </p:txBody>
      </p:sp>
      <p:sp>
        <p:nvSpPr>
          <p:cNvPr id="3" name="Text 1"/>
          <p:cNvSpPr/>
          <p:nvPr/>
        </p:nvSpPr>
        <p:spPr>
          <a:xfrm>
            <a:off x="566928" y="566928"/>
            <a:ext cx="8229600" cy="438912"/>
          </a:xfrm>
          <a:prstGeom prst="rect">
            <a:avLst/>
          </a:prstGeom>
          <a:noFill/>
          <a:ln/>
        </p:spPr>
        <p:txBody>
          <a:bodyPr wrap="square" lIns="0" tIns="0" rIns="0" bIns="0" rtlCol="0" anchor="ctr">
            <a:normAutofit/>
          </a:bodyPr>
          <a:lstStyle/>
          <a:p>
            <a:pPr indent="0" marL="0">
              <a:buNone/>
            </a:pPr>
            <a:r>
              <a:rPr lang="en-US" sz="2300" b="1" dirty="0">
                <a:solidFill>
                  <a:srgbClr val="172033"/>
                </a:solidFill>
                <a:latin typeface="Microsoft YaHei" pitchFamily="34" charset="0"/>
                <a:ea typeface="Microsoft YaHei" pitchFamily="34" charset="-122"/>
                <a:cs typeface="Microsoft YaHei" pitchFamily="34" charset="-120"/>
              </a:rPr>
              <a:t>错题与学情</a:t>
            </a:r>
            <a:endParaRPr lang="en-US" sz="2300" dirty="0"/>
          </a:p>
        </p:txBody>
      </p:sp>
      <p:sp>
        <p:nvSpPr>
          <p:cNvPr id="4" name="Shape 2"/>
          <p:cNvSpPr/>
          <p:nvPr/>
        </p:nvSpPr>
        <p:spPr>
          <a:xfrm>
            <a:off x="658368" y="1234440"/>
            <a:ext cx="5230368" cy="2487168"/>
          </a:xfrm>
          <a:prstGeom prst="roundRect">
            <a:avLst>
              <a:gd name="adj" fmla="val 2941"/>
            </a:avLst>
          </a:prstGeom>
          <a:solidFill>
            <a:srgbClr val="FFFFFF"/>
          </a:solidFill>
          <a:ln w="8890">
            <a:solidFill>
              <a:srgbClr val="CBD5E1"/>
            </a:solidFill>
            <a:prstDash val="solid"/>
          </a:ln>
          <a:effectLst>
            <a:outerShdw sx="100000" sy="100000" kx="0" ky="0" algn="bl" rotWithShape="0" blurRad="12700" dist="50800" dir="2700000">
              <a:srgbClr val="CBD5E1">
                <a:alpha val="13000"/>
              </a:srgbClr>
            </a:outerShdw>
          </a:effectLst>
        </p:spPr>
      </p:sp>
      <p:sp>
        <p:nvSpPr>
          <p:cNvPr id="5" name="Shape 3"/>
          <p:cNvSpPr/>
          <p:nvPr/>
        </p:nvSpPr>
        <p:spPr>
          <a:xfrm>
            <a:off x="658368" y="1234440"/>
            <a:ext cx="5230368" cy="310896"/>
          </a:xfrm>
          <a:prstGeom prst="rect">
            <a:avLst/>
          </a:prstGeom>
          <a:solidFill>
            <a:srgbClr val="F1F5F9"/>
          </a:solidFill>
          <a:ln w="5080">
            <a:solidFill>
              <a:srgbClr val="CBD5E1"/>
            </a:solidFill>
            <a:prstDash val="solid"/>
          </a:ln>
        </p:spPr>
      </p:sp>
      <p:sp>
        <p:nvSpPr>
          <p:cNvPr id="6" name="Shape 4"/>
          <p:cNvSpPr/>
          <p:nvPr/>
        </p:nvSpPr>
        <p:spPr>
          <a:xfrm>
            <a:off x="804672" y="1339596"/>
            <a:ext cx="64008" cy="64008"/>
          </a:xfrm>
          <a:prstGeom prst="ellipse">
            <a:avLst/>
          </a:prstGeom>
          <a:solidFill>
            <a:srgbClr val="EF476F"/>
          </a:solidFill>
          <a:ln w="12700">
            <a:solidFill>
              <a:srgbClr val="EF476F"/>
            </a:solidFill>
            <a:prstDash val="solid"/>
          </a:ln>
        </p:spPr>
      </p:sp>
      <p:sp>
        <p:nvSpPr>
          <p:cNvPr id="7" name="Shape 5"/>
          <p:cNvSpPr/>
          <p:nvPr/>
        </p:nvSpPr>
        <p:spPr>
          <a:xfrm>
            <a:off x="987552" y="1339596"/>
            <a:ext cx="64008" cy="64008"/>
          </a:xfrm>
          <a:prstGeom prst="ellipse">
            <a:avLst/>
          </a:prstGeom>
          <a:solidFill>
            <a:srgbClr val="FFD166"/>
          </a:solidFill>
          <a:ln w="12700">
            <a:solidFill>
              <a:srgbClr val="FFD166"/>
            </a:solidFill>
            <a:prstDash val="solid"/>
          </a:ln>
        </p:spPr>
      </p:sp>
      <p:sp>
        <p:nvSpPr>
          <p:cNvPr id="8" name="Shape 6"/>
          <p:cNvSpPr/>
          <p:nvPr/>
        </p:nvSpPr>
        <p:spPr>
          <a:xfrm>
            <a:off x="1170432" y="1339596"/>
            <a:ext cx="64008" cy="64008"/>
          </a:xfrm>
          <a:prstGeom prst="ellipse">
            <a:avLst/>
          </a:prstGeom>
          <a:solidFill>
            <a:srgbClr val="06D6A0"/>
          </a:solidFill>
          <a:ln w="12700">
            <a:solidFill>
              <a:srgbClr val="06D6A0"/>
            </a:solidFill>
            <a:prstDash val="solid"/>
          </a:ln>
        </p:spPr>
      </p:sp>
      <p:sp>
        <p:nvSpPr>
          <p:cNvPr id="9" name="Shape 7"/>
          <p:cNvSpPr/>
          <p:nvPr/>
        </p:nvSpPr>
        <p:spPr>
          <a:xfrm>
            <a:off x="914400" y="1892808"/>
            <a:ext cx="4718304" cy="1499616"/>
          </a:xfrm>
          <a:prstGeom prst="rect">
            <a:avLst/>
          </a:prstGeom>
          <a:solidFill>
            <a:srgbClr val="F8FAFC"/>
          </a:solidFill>
          <a:ln w="12700">
            <a:solidFill>
              <a:srgbClr val="E2E8F0"/>
            </a:solidFill>
            <a:prstDash val="solid"/>
          </a:ln>
        </p:spPr>
      </p:sp>
      <p:sp>
        <p:nvSpPr>
          <p:cNvPr id="10" name="Text 8"/>
          <p:cNvSpPr/>
          <p:nvPr/>
        </p:nvSpPr>
        <p:spPr>
          <a:xfrm>
            <a:off x="1097280" y="2194560"/>
            <a:ext cx="4352544" cy="237744"/>
          </a:xfrm>
          <a:prstGeom prst="rect">
            <a:avLst/>
          </a:prstGeom>
          <a:noFill/>
          <a:ln/>
        </p:spPr>
        <p:txBody>
          <a:bodyPr wrap="square" lIns="0" tIns="0" rIns="0" bIns="0" rtlCol="0" anchor="ctr">
            <a:normAutofit/>
          </a:bodyPr>
          <a:lstStyle/>
          <a:p>
            <a:pPr algn="ctr" indent="0" marL="0">
              <a:buNone/>
            </a:pPr>
            <a:r>
              <a:rPr lang="en-US" sz="1400" b="1" dirty="0">
                <a:solidFill>
                  <a:srgbClr val="0F9BA8"/>
                </a:solidFill>
                <a:latin typeface="Microsoft YaHei" pitchFamily="34" charset="0"/>
                <a:ea typeface="Microsoft YaHei" pitchFamily="34" charset="-122"/>
                <a:cs typeface="Microsoft YaHei" pitchFamily="34" charset="-120"/>
              </a:rPr>
              <a:t>图示位置</a:t>
            </a:r>
            <a:endParaRPr lang="en-US" sz="1400" dirty="0"/>
          </a:p>
        </p:txBody>
      </p:sp>
      <p:sp>
        <p:nvSpPr>
          <p:cNvPr id="11" name="Text 9"/>
          <p:cNvSpPr/>
          <p:nvPr/>
        </p:nvSpPr>
        <p:spPr>
          <a:xfrm>
            <a:off x="1133856" y="2624328"/>
            <a:ext cx="4279392" cy="411480"/>
          </a:xfrm>
          <a:prstGeom prst="rect">
            <a:avLst/>
          </a:prstGeom>
          <a:noFill/>
          <a:ln/>
        </p:spPr>
        <p:txBody>
          <a:bodyPr wrap="square" lIns="0" tIns="0" rIns="0" bIns="0" rtlCol="0" anchor="ctr">
            <a:normAutofit/>
          </a:bodyPr>
          <a:lstStyle/>
          <a:p>
            <a:pPr algn="ctr" indent="0" marL="0">
              <a:buNone/>
            </a:pPr>
            <a:r>
              <a:rPr lang="en-US" sz="1200" b="1" dirty="0">
                <a:solidFill>
                  <a:srgbClr val="172033"/>
                </a:solidFill>
                <a:latin typeface="Microsoft YaHei" pitchFamily="34" charset="0"/>
                <a:ea typeface="Microsoft YaHei" pitchFamily="34" charset="-122"/>
                <a:cs typeface="Microsoft YaHei" pitchFamily="34" charset="-120"/>
              </a:rPr>
              <a:t>学生错题本截图</a:t>
            </a:r>
            <a:endParaRPr lang="en-US" sz="1200" dirty="0"/>
          </a:p>
        </p:txBody>
      </p:sp>
      <p:sp>
        <p:nvSpPr>
          <p:cNvPr id="12" name="Text 10"/>
          <p:cNvSpPr/>
          <p:nvPr/>
        </p:nvSpPr>
        <p:spPr>
          <a:xfrm>
            <a:off x="1225296" y="3264408"/>
            <a:ext cx="4096512" cy="320040"/>
          </a:xfrm>
          <a:prstGeom prst="rect">
            <a:avLst/>
          </a:prstGeom>
          <a:noFill/>
          <a:ln/>
        </p:spPr>
        <p:txBody>
          <a:bodyPr wrap="square" lIns="0" tIns="0" rIns="0" bIns="0" rtlCol="0" anchor="ctr">
            <a:normAutofit/>
          </a:bodyPr>
          <a:lstStyle/>
          <a:p>
            <a:pPr algn="ctr" indent="0" marL="0">
              <a:buNone/>
            </a:pPr>
            <a:r>
              <a:rPr lang="en-US" sz="820" dirty="0">
                <a:solidFill>
                  <a:srgbClr val="62718A"/>
                </a:solidFill>
                <a:latin typeface="Microsoft YaHei" pitchFamily="34" charset="0"/>
                <a:ea typeface="Microsoft YaHei" pitchFamily="34" charset="-122"/>
                <a:cs typeface="Microsoft YaHei" pitchFamily="34" charset="-120"/>
              </a:rPr>
              <a:t>建议展示错题根因、AI 反思、专项复习入口</a:t>
            </a:r>
            <a:endParaRPr lang="en-US" sz="820" dirty="0"/>
          </a:p>
        </p:txBody>
      </p:sp>
      <p:sp>
        <p:nvSpPr>
          <p:cNvPr id="13" name="Shape 11"/>
          <p:cNvSpPr/>
          <p:nvPr/>
        </p:nvSpPr>
        <p:spPr>
          <a:xfrm>
            <a:off x="6309360" y="1234440"/>
            <a:ext cx="5230368" cy="2487168"/>
          </a:xfrm>
          <a:prstGeom prst="roundRect">
            <a:avLst>
              <a:gd name="adj" fmla="val 2941"/>
            </a:avLst>
          </a:prstGeom>
          <a:solidFill>
            <a:srgbClr val="FFFFFF"/>
          </a:solidFill>
          <a:ln w="8890">
            <a:solidFill>
              <a:srgbClr val="CBD5E1"/>
            </a:solidFill>
            <a:prstDash val="solid"/>
          </a:ln>
          <a:effectLst>
            <a:outerShdw sx="100000" sy="100000" kx="0" ky="0" algn="bl" rotWithShape="0" blurRad="12700" dist="50800" dir="2700000">
              <a:srgbClr val="CBD5E1">
                <a:alpha val="13000"/>
              </a:srgbClr>
            </a:outerShdw>
          </a:effectLst>
        </p:spPr>
      </p:sp>
      <p:sp>
        <p:nvSpPr>
          <p:cNvPr id="14" name="Shape 12"/>
          <p:cNvSpPr/>
          <p:nvPr/>
        </p:nvSpPr>
        <p:spPr>
          <a:xfrm>
            <a:off x="6309360" y="1234440"/>
            <a:ext cx="5230368" cy="310896"/>
          </a:xfrm>
          <a:prstGeom prst="rect">
            <a:avLst/>
          </a:prstGeom>
          <a:solidFill>
            <a:srgbClr val="F1F5F9"/>
          </a:solidFill>
          <a:ln w="5080">
            <a:solidFill>
              <a:srgbClr val="CBD5E1"/>
            </a:solidFill>
            <a:prstDash val="solid"/>
          </a:ln>
        </p:spPr>
      </p:sp>
      <p:sp>
        <p:nvSpPr>
          <p:cNvPr id="15" name="Shape 13"/>
          <p:cNvSpPr/>
          <p:nvPr/>
        </p:nvSpPr>
        <p:spPr>
          <a:xfrm>
            <a:off x="6455664" y="1339596"/>
            <a:ext cx="64008" cy="64008"/>
          </a:xfrm>
          <a:prstGeom prst="ellipse">
            <a:avLst/>
          </a:prstGeom>
          <a:solidFill>
            <a:srgbClr val="EF476F"/>
          </a:solidFill>
          <a:ln w="12700">
            <a:solidFill>
              <a:srgbClr val="EF476F"/>
            </a:solidFill>
            <a:prstDash val="solid"/>
          </a:ln>
        </p:spPr>
      </p:sp>
      <p:sp>
        <p:nvSpPr>
          <p:cNvPr id="16" name="Shape 14"/>
          <p:cNvSpPr/>
          <p:nvPr/>
        </p:nvSpPr>
        <p:spPr>
          <a:xfrm>
            <a:off x="6638544" y="1339596"/>
            <a:ext cx="64008" cy="64008"/>
          </a:xfrm>
          <a:prstGeom prst="ellipse">
            <a:avLst/>
          </a:prstGeom>
          <a:solidFill>
            <a:srgbClr val="FFD166"/>
          </a:solidFill>
          <a:ln w="12700">
            <a:solidFill>
              <a:srgbClr val="FFD166"/>
            </a:solidFill>
            <a:prstDash val="solid"/>
          </a:ln>
        </p:spPr>
      </p:sp>
      <p:sp>
        <p:nvSpPr>
          <p:cNvPr id="17" name="Shape 15"/>
          <p:cNvSpPr/>
          <p:nvPr/>
        </p:nvSpPr>
        <p:spPr>
          <a:xfrm>
            <a:off x="6821424" y="1339596"/>
            <a:ext cx="64008" cy="64008"/>
          </a:xfrm>
          <a:prstGeom prst="ellipse">
            <a:avLst/>
          </a:prstGeom>
          <a:solidFill>
            <a:srgbClr val="06D6A0"/>
          </a:solidFill>
          <a:ln w="12700">
            <a:solidFill>
              <a:srgbClr val="06D6A0"/>
            </a:solidFill>
            <a:prstDash val="solid"/>
          </a:ln>
        </p:spPr>
      </p:sp>
      <p:sp>
        <p:nvSpPr>
          <p:cNvPr id="18" name="Shape 16"/>
          <p:cNvSpPr/>
          <p:nvPr/>
        </p:nvSpPr>
        <p:spPr>
          <a:xfrm>
            <a:off x="6565392" y="1892808"/>
            <a:ext cx="4718304" cy="1499616"/>
          </a:xfrm>
          <a:prstGeom prst="rect">
            <a:avLst/>
          </a:prstGeom>
          <a:solidFill>
            <a:srgbClr val="F8FAFC"/>
          </a:solidFill>
          <a:ln w="12700">
            <a:solidFill>
              <a:srgbClr val="E2E8F0"/>
            </a:solidFill>
            <a:prstDash val="solid"/>
          </a:ln>
        </p:spPr>
      </p:sp>
      <p:sp>
        <p:nvSpPr>
          <p:cNvPr id="19" name="Text 17"/>
          <p:cNvSpPr/>
          <p:nvPr/>
        </p:nvSpPr>
        <p:spPr>
          <a:xfrm>
            <a:off x="6748272" y="2194560"/>
            <a:ext cx="4352544" cy="237744"/>
          </a:xfrm>
          <a:prstGeom prst="rect">
            <a:avLst/>
          </a:prstGeom>
          <a:noFill/>
          <a:ln/>
        </p:spPr>
        <p:txBody>
          <a:bodyPr wrap="square" lIns="0" tIns="0" rIns="0" bIns="0" rtlCol="0" anchor="ctr">
            <a:normAutofit/>
          </a:bodyPr>
          <a:lstStyle/>
          <a:p>
            <a:pPr algn="ctr" indent="0" marL="0">
              <a:buNone/>
            </a:pPr>
            <a:r>
              <a:rPr lang="en-US" sz="1400" b="1" dirty="0">
                <a:solidFill>
                  <a:srgbClr val="0F9BA8"/>
                </a:solidFill>
                <a:latin typeface="Microsoft YaHei" pitchFamily="34" charset="0"/>
                <a:ea typeface="Microsoft YaHei" pitchFamily="34" charset="-122"/>
                <a:cs typeface="Microsoft YaHei" pitchFamily="34" charset="-120"/>
              </a:rPr>
              <a:t>图示位置</a:t>
            </a:r>
            <a:endParaRPr lang="en-US" sz="1400" dirty="0"/>
          </a:p>
        </p:txBody>
      </p:sp>
      <p:sp>
        <p:nvSpPr>
          <p:cNvPr id="20" name="Text 18"/>
          <p:cNvSpPr/>
          <p:nvPr/>
        </p:nvSpPr>
        <p:spPr>
          <a:xfrm>
            <a:off x="6784848" y="2624328"/>
            <a:ext cx="4279392" cy="411480"/>
          </a:xfrm>
          <a:prstGeom prst="rect">
            <a:avLst/>
          </a:prstGeom>
          <a:noFill/>
          <a:ln/>
        </p:spPr>
        <p:txBody>
          <a:bodyPr wrap="square" lIns="0" tIns="0" rIns="0" bIns="0" rtlCol="0" anchor="ctr">
            <a:normAutofit/>
          </a:bodyPr>
          <a:lstStyle/>
          <a:p>
            <a:pPr algn="ctr" indent="0" marL="0">
              <a:buNone/>
            </a:pPr>
            <a:r>
              <a:rPr lang="en-US" sz="1200" b="1" dirty="0">
                <a:solidFill>
                  <a:srgbClr val="172033"/>
                </a:solidFill>
                <a:latin typeface="Microsoft YaHei" pitchFamily="34" charset="0"/>
                <a:ea typeface="Microsoft YaHei" pitchFamily="34" charset="-122"/>
                <a:cs typeface="Microsoft YaHei" pitchFamily="34" charset="-120"/>
              </a:rPr>
              <a:t>教师学情看板截图</a:t>
            </a:r>
            <a:endParaRPr lang="en-US" sz="1200" dirty="0"/>
          </a:p>
        </p:txBody>
      </p:sp>
      <p:sp>
        <p:nvSpPr>
          <p:cNvPr id="21" name="Text 19"/>
          <p:cNvSpPr/>
          <p:nvPr/>
        </p:nvSpPr>
        <p:spPr>
          <a:xfrm>
            <a:off x="6876288" y="3264408"/>
            <a:ext cx="4096512" cy="320040"/>
          </a:xfrm>
          <a:prstGeom prst="rect">
            <a:avLst/>
          </a:prstGeom>
          <a:noFill/>
          <a:ln/>
        </p:spPr>
        <p:txBody>
          <a:bodyPr wrap="square" lIns="0" tIns="0" rIns="0" bIns="0" rtlCol="0" anchor="ctr">
            <a:normAutofit/>
          </a:bodyPr>
          <a:lstStyle/>
          <a:p>
            <a:pPr algn="ctr" indent="0" marL="0">
              <a:buNone/>
            </a:pPr>
            <a:r>
              <a:rPr lang="en-US" sz="820" dirty="0">
                <a:solidFill>
                  <a:srgbClr val="62718A"/>
                </a:solidFill>
                <a:latin typeface="Microsoft YaHei" pitchFamily="34" charset="0"/>
                <a:ea typeface="Microsoft YaHei" pitchFamily="34" charset="-122"/>
                <a:cs typeface="Microsoft YaHei" pitchFamily="34" charset="-120"/>
              </a:rPr>
              <a:t>建议展示薄弱知识点、风险学生、班级趋势</a:t>
            </a:r>
            <a:endParaRPr lang="en-US" sz="820" dirty="0"/>
          </a:p>
        </p:txBody>
      </p:sp>
      <p:sp>
        <p:nvSpPr>
          <p:cNvPr id="22" name="Shape 20"/>
          <p:cNvSpPr/>
          <p:nvPr/>
        </p:nvSpPr>
        <p:spPr>
          <a:xfrm>
            <a:off x="914400" y="4251960"/>
            <a:ext cx="4709160" cy="960120"/>
          </a:xfrm>
          <a:prstGeom prst="roundRect">
            <a:avLst>
              <a:gd name="adj" fmla="val 7619"/>
            </a:avLst>
          </a:prstGeom>
          <a:solidFill>
            <a:srgbClr val="E8FAF8"/>
          </a:solidFill>
          <a:ln w="8890">
            <a:solidFill>
              <a:srgbClr val="FFFFFF"/>
            </a:solidFill>
            <a:prstDash val="solid"/>
          </a:ln>
          <a:effectLst>
            <a:outerShdw sx="100000" sy="100000" kx="0" ky="0" algn="bl" rotWithShape="0" blurRad="12700" dist="50800" dir="2700000">
              <a:srgbClr val="CBD5E1">
                <a:alpha val="13000"/>
              </a:srgbClr>
            </a:outerShdw>
          </a:effectLst>
        </p:spPr>
      </p:sp>
      <p:sp>
        <p:nvSpPr>
          <p:cNvPr id="23" name="Text 21"/>
          <p:cNvSpPr/>
          <p:nvPr/>
        </p:nvSpPr>
        <p:spPr>
          <a:xfrm>
            <a:off x="1143000" y="4535424"/>
            <a:ext cx="1143000" cy="146304"/>
          </a:xfrm>
          <a:prstGeom prst="rect">
            <a:avLst/>
          </a:prstGeom>
          <a:noFill/>
          <a:ln/>
        </p:spPr>
        <p:txBody>
          <a:bodyPr wrap="square" lIns="0" tIns="0" rIns="0" bIns="0" rtlCol="0" anchor="ctr"/>
          <a:lstStyle/>
          <a:p>
            <a:pPr indent="0" marL="0">
              <a:buNone/>
            </a:pPr>
            <a:r>
              <a:rPr lang="en-US" sz="1200" b="1" dirty="0">
                <a:solidFill>
                  <a:srgbClr val="172033"/>
                </a:solidFill>
                <a:latin typeface="Microsoft YaHei" pitchFamily="34" charset="0"/>
                <a:ea typeface="Microsoft YaHei" pitchFamily="34" charset="-122"/>
                <a:cs typeface="Microsoft YaHei" pitchFamily="34" charset="-120"/>
              </a:rPr>
              <a:t>学生复习</a:t>
            </a:r>
            <a:endParaRPr lang="en-US" sz="1200" dirty="0"/>
          </a:p>
        </p:txBody>
      </p:sp>
      <p:sp>
        <p:nvSpPr>
          <p:cNvPr id="24" name="Shape 22"/>
          <p:cNvSpPr/>
          <p:nvPr/>
        </p:nvSpPr>
        <p:spPr>
          <a:xfrm>
            <a:off x="2468880" y="4462272"/>
            <a:ext cx="804672" cy="256032"/>
          </a:xfrm>
          <a:prstGeom prst="roundRect">
            <a:avLst>
              <a:gd name="adj" fmla="val 10714"/>
            </a:avLst>
          </a:prstGeom>
          <a:solidFill>
            <a:srgbClr val="0F9BA8"/>
          </a:solidFill>
          <a:ln w="12700">
            <a:solidFill>
              <a:srgbClr val="0F9BA8"/>
            </a:solidFill>
            <a:prstDash val="solid"/>
          </a:ln>
        </p:spPr>
      </p:sp>
      <p:sp>
        <p:nvSpPr>
          <p:cNvPr id="25" name="Text 23"/>
          <p:cNvSpPr/>
          <p:nvPr/>
        </p:nvSpPr>
        <p:spPr>
          <a:xfrm>
            <a:off x="2468880" y="4553712"/>
            <a:ext cx="804672" cy="64008"/>
          </a:xfrm>
          <a:prstGeom prst="rect">
            <a:avLst/>
          </a:prstGeom>
          <a:noFill/>
          <a:ln/>
        </p:spPr>
        <p:txBody>
          <a:bodyPr wrap="square" lIns="0" tIns="0" rIns="0" bIns="0" rtlCol="0" anchor="ctr">
            <a:normAutofit/>
          </a:bodyPr>
          <a:lstStyle/>
          <a:p>
            <a:pPr algn="ctr" indent="0" marL="0">
              <a:buNone/>
            </a:pPr>
            <a:r>
              <a:rPr lang="en-US" sz="630" b="1" dirty="0">
                <a:solidFill>
                  <a:srgbClr val="FFFFFF"/>
                </a:solidFill>
                <a:latin typeface="Microsoft YaHei" pitchFamily="34" charset="0"/>
                <a:ea typeface="Microsoft YaHei" pitchFamily="34" charset="-122"/>
                <a:cs typeface="Microsoft YaHei" pitchFamily="34" charset="-120"/>
              </a:rPr>
              <a:t>错误根因</a:t>
            </a:r>
            <a:endParaRPr lang="en-US" sz="630" dirty="0"/>
          </a:p>
        </p:txBody>
      </p:sp>
      <p:sp>
        <p:nvSpPr>
          <p:cNvPr id="26" name="Shape 24"/>
          <p:cNvSpPr/>
          <p:nvPr/>
        </p:nvSpPr>
        <p:spPr>
          <a:xfrm>
            <a:off x="3429000" y="4462272"/>
            <a:ext cx="804672" cy="256032"/>
          </a:xfrm>
          <a:prstGeom prst="roundRect">
            <a:avLst>
              <a:gd name="adj" fmla="val 10714"/>
            </a:avLst>
          </a:prstGeom>
          <a:solidFill>
            <a:srgbClr val="0F9BA8"/>
          </a:solidFill>
          <a:ln w="12700">
            <a:solidFill>
              <a:srgbClr val="0F9BA8"/>
            </a:solidFill>
            <a:prstDash val="solid"/>
          </a:ln>
        </p:spPr>
      </p:sp>
      <p:sp>
        <p:nvSpPr>
          <p:cNvPr id="27" name="Text 25"/>
          <p:cNvSpPr/>
          <p:nvPr/>
        </p:nvSpPr>
        <p:spPr>
          <a:xfrm>
            <a:off x="3429000" y="4553712"/>
            <a:ext cx="804672" cy="64008"/>
          </a:xfrm>
          <a:prstGeom prst="rect">
            <a:avLst/>
          </a:prstGeom>
          <a:noFill/>
          <a:ln/>
        </p:spPr>
        <p:txBody>
          <a:bodyPr wrap="square" lIns="0" tIns="0" rIns="0" bIns="0" rtlCol="0" anchor="ctr">
            <a:normAutofit/>
          </a:bodyPr>
          <a:lstStyle/>
          <a:p>
            <a:pPr algn="ctr" indent="0" marL="0">
              <a:buNone/>
            </a:pPr>
            <a:r>
              <a:rPr lang="en-US" sz="630" b="1" dirty="0">
                <a:solidFill>
                  <a:srgbClr val="FFFFFF"/>
                </a:solidFill>
                <a:latin typeface="Microsoft YaHei" pitchFamily="34" charset="0"/>
                <a:ea typeface="Microsoft YaHei" pitchFamily="34" charset="-122"/>
                <a:cs typeface="Microsoft YaHei" pitchFamily="34" charset="-120"/>
              </a:rPr>
              <a:t>AI 反思</a:t>
            </a:r>
            <a:endParaRPr lang="en-US" sz="630" dirty="0"/>
          </a:p>
        </p:txBody>
      </p:sp>
      <p:sp>
        <p:nvSpPr>
          <p:cNvPr id="28" name="Shape 26"/>
          <p:cNvSpPr/>
          <p:nvPr/>
        </p:nvSpPr>
        <p:spPr>
          <a:xfrm>
            <a:off x="4389120" y="4462272"/>
            <a:ext cx="804672" cy="256032"/>
          </a:xfrm>
          <a:prstGeom prst="roundRect">
            <a:avLst>
              <a:gd name="adj" fmla="val 10714"/>
            </a:avLst>
          </a:prstGeom>
          <a:solidFill>
            <a:srgbClr val="0F9BA8"/>
          </a:solidFill>
          <a:ln w="12700">
            <a:solidFill>
              <a:srgbClr val="0F9BA8"/>
            </a:solidFill>
            <a:prstDash val="solid"/>
          </a:ln>
        </p:spPr>
      </p:sp>
      <p:sp>
        <p:nvSpPr>
          <p:cNvPr id="29" name="Text 27"/>
          <p:cNvSpPr/>
          <p:nvPr/>
        </p:nvSpPr>
        <p:spPr>
          <a:xfrm>
            <a:off x="4389120" y="4553712"/>
            <a:ext cx="804672" cy="64008"/>
          </a:xfrm>
          <a:prstGeom prst="rect">
            <a:avLst/>
          </a:prstGeom>
          <a:noFill/>
          <a:ln/>
        </p:spPr>
        <p:txBody>
          <a:bodyPr wrap="square" lIns="0" tIns="0" rIns="0" bIns="0" rtlCol="0" anchor="ctr">
            <a:normAutofit/>
          </a:bodyPr>
          <a:lstStyle/>
          <a:p>
            <a:pPr algn="ctr" indent="0" marL="0">
              <a:buNone/>
            </a:pPr>
            <a:r>
              <a:rPr lang="en-US" sz="630" b="1" dirty="0">
                <a:solidFill>
                  <a:srgbClr val="FFFFFF"/>
                </a:solidFill>
                <a:latin typeface="Microsoft YaHei" pitchFamily="34" charset="0"/>
                <a:ea typeface="Microsoft YaHei" pitchFamily="34" charset="-122"/>
                <a:cs typeface="Microsoft YaHei" pitchFamily="34" charset="-120"/>
              </a:rPr>
              <a:t>专项复习</a:t>
            </a:r>
            <a:endParaRPr lang="en-US" sz="630" dirty="0"/>
          </a:p>
        </p:txBody>
      </p:sp>
      <p:sp>
        <p:nvSpPr>
          <p:cNvPr id="30" name="Shape 28"/>
          <p:cNvSpPr/>
          <p:nvPr/>
        </p:nvSpPr>
        <p:spPr>
          <a:xfrm>
            <a:off x="6565392" y="4251960"/>
            <a:ext cx="4709160" cy="960120"/>
          </a:xfrm>
          <a:prstGeom prst="roundRect">
            <a:avLst>
              <a:gd name="adj" fmla="val 7619"/>
            </a:avLst>
          </a:prstGeom>
          <a:solidFill>
            <a:srgbClr val="EAF5FF"/>
          </a:solidFill>
          <a:ln w="8890">
            <a:solidFill>
              <a:srgbClr val="FFFFFF"/>
            </a:solidFill>
            <a:prstDash val="solid"/>
          </a:ln>
          <a:effectLst>
            <a:outerShdw sx="100000" sy="100000" kx="0" ky="0" algn="bl" rotWithShape="0" blurRad="12700" dist="50800" dir="2700000">
              <a:srgbClr val="CBD5E1">
                <a:alpha val="13000"/>
              </a:srgbClr>
            </a:outerShdw>
          </a:effectLst>
        </p:spPr>
      </p:sp>
      <p:sp>
        <p:nvSpPr>
          <p:cNvPr id="31" name="Text 29"/>
          <p:cNvSpPr/>
          <p:nvPr/>
        </p:nvSpPr>
        <p:spPr>
          <a:xfrm>
            <a:off x="6793992" y="4535424"/>
            <a:ext cx="1143000" cy="146304"/>
          </a:xfrm>
          <a:prstGeom prst="rect">
            <a:avLst/>
          </a:prstGeom>
          <a:noFill/>
          <a:ln/>
        </p:spPr>
        <p:txBody>
          <a:bodyPr wrap="square" lIns="0" tIns="0" rIns="0" bIns="0" rtlCol="0" anchor="ctr"/>
          <a:lstStyle/>
          <a:p>
            <a:pPr indent="0" marL="0">
              <a:buNone/>
            </a:pPr>
            <a:r>
              <a:rPr lang="en-US" sz="1200" b="1" dirty="0">
                <a:solidFill>
                  <a:srgbClr val="172033"/>
                </a:solidFill>
                <a:latin typeface="Microsoft YaHei" pitchFamily="34" charset="0"/>
                <a:ea typeface="Microsoft YaHei" pitchFamily="34" charset="-122"/>
                <a:cs typeface="Microsoft YaHei" pitchFamily="34" charset="-120"/>
              </a:rPr>
              <a:t>教师分析</a:t>
            </a:r>
            <a:endParaRPr lang="en-US" sz="1200" dirty="0"/>
          </a:p>
        </p:txBody>
      </p:sp>
      <p:sp>
        <p:nvSpPr>
          <p:cNvPr id="32" name="Shape 30"/>
          <p:cNvSpPr/>
          <p:nvPr/>
        </p:nvSpPr>
        <p:spPr>
          <a:xfrm>
            <a:off x="8119872" y="4462272"/>
            <a:ext cx="804672" cy="256032"/>
          </a:xfrm>
          <a:prstGeom prst="roundRect">
            <a:avLst>
              <a:gd name="adj" fmla="val 10714"/>
            </a:avLst>
          </a:prstGeom>
          <a:solidFill>
            <a:srgbClr val="2563EB"/>
          </a:solidFill>
          <a:ln w="12700">
            <a:solidFill>
              <a:srgbClr val="2563EB"/>
            </a:solidFill>
            <a:prstDash val="solid"/>
          </a:ln>
        </p:spPr>
      </p:sp>
      <p:sp>
        <p:nvSpPr>
          <p:cNvPr id="33" name="Text 31"/>
          <p:cNvSpPr/>
          <p:nvPr/>
        </p:nvSpPr>
        <p:spPr>
          <a:xfrm>
            <a:off x="8119872" y="4553712"/>
            <a:ext cx="804672" cy="64008"/>
          </a:xfrm>
          <a:prstGeom prst="rect">
            <a:avLst/>
          </a:prstGeom>
          <a:noFill/>
          <a:ln/>
        </p:spPr>
        <p:txBody>
          <a:bodyPr wrap="square" lIns="0" tIns="0" rIns="0" bIns="0" rtlCol="0" anchor="ctr">
            <a:normAutofit/>
          </a:bodyPr>
          <a:lstStyle/>
          <a:p>
            <a:pPr algn="ctr" indent="0" marL="0">
              <a:buNone/>
            </a:pPr>
            <a:r>
              <a:rPr lang="en-US" sz="630" b="1" dirty="0">
                <a:solidFill>
                  <a:srgbClr val="FFFFFF"/>
                </a:solidFill>
                <a:latin typeface="Microsoft YaHei" pitchFamily="34" charset="0"/>
                <a:ea typeface="Microsoft YaHei" pitchFamily="34" charset="-122"/>
                <a:cs typeface="Microsoft YaHei" pitchFamily="34" charset="-120"/>
              </a:rPr>
              <a:t>薄弱知识点</a:t>
            </a:r>
            <a:endParaRPr lang="en-US" sz="630" dirty="0"/>
          </a:p>
        </p:txBody>
      </p:sp>
      <p:sp>
        <p:nvSpPr>
          <p:cNvPr id="34" name="Shape 32"/>
          <p:cNvSpPr/>
          <p:nvPr/>
        </p:nvSpPr>
        <p:spPr>
          <a:xfrm>
            <a:off x="9079992" y="4462272"/>
            <a:ext cx="804672" cy="256032"/>
          </a:xfrm>
          <a:prstGeom prst="roundRect">
            <a:avLst>
              <a:gd name="adj" fmla="val 10714"/>
            </a:avLst>
          </a:prstGeom>
          <a:solidFill>
            <a:srgbClr val="2563EB"/>
          </a:solidFill>
          <a:ln w="12700">
            <a:solidFill>
              <a:srgbClr val="2563EB"/>
            </a:solidFill>
            <a:prstDash val="solid"/>
          </a:ln>
        </p:spPr>
      </p:sp>
      <p:sp>
        <p:nvSpPr>
          <p:cNvPr id="35" name="Text 33"/>
          <p:cNvSpPr/>
          <p:nvPr/>
        </p:nvSpPr>
        <p:spPr>
          <a:xfrm>
            <a:off x="9079992" y="4553712"/>
            <a:ext cx="804672" cy="64008"/>
          </a:xfrm>
          <a:prstGeom prst="rect">
            <a:avLst/>
          </a:prstGeom>
          <a:noFill/>
          <a:ln/>
        </p:spPr>
        <p:txBody>
          <a:bodyPr wrap="square" lIns="0" tIns="0" rIns="0" bIns="0" rtlCol="0" anchor="ctr">
            <a:normAutofit/>
          </a:bodyPr>
          <a:lstStyle/>
          <a:p>
            <a:pPr algn="ctr" indent="0" marL="0">
              <a:buNone/>
            </a:pPr>
            <a:r>
              <a:rPr lang="en-US" sz="630" b="1" dirty="0">
                <a:solidFill>
                  <a:srgbClr val="FFFFFF"/>
                </a:solidFill>
                <a:latin typeface="Microsoft YaHei" pitchFamily="34" charset="0"/>
                <a:ea typeface="Microsoft YaHei" pitchFamily="34" charset="-122"/>
                <a:cs typeface="Microsoft YaHei" pitchFamily="34" charset="-120"/>
              </a:rPr>
              <a:t>风险学生</a:t>
            </a:r>
            <a:endParaRPr lang="en-US" sz="630" dirty="0"/>
          </a:p>
        </p:txBody>
      </p:sp>
      <p:sp>
        <p:nvSpPr>
          <p:cNvPr id="36" name="Shape 34"/>
          <p:cNvSpPr/>
          <p:nvPr/>
        </p:nvSpPr>
        <p:spPr>
          <a:xfrm>
            <a:off x="10040112" y="4462272"/>
            <a:ext cx="804672" cy="256032"/>
          </a:xfrm>
          <a:prstGeom prst="roundRect">
            <a:avLst>
              <a:gd name="adj" fmla="val 10714"/>
            </a:avLst>
          </a:prstGeom>
          <a:solidFill>
            <a:srgbClr val="2563EB"/>
          </a:solidFill>
          <a:ln w="12700">
            <a:solidFill>
              <a:srgbClr val="2563EB"/>
            </a:solidFill>
            <a:prstDash val="solid"/>
          </a:ln>
        </p:spPr>
      </p:sp>
      <p:sp>
        <p:nvSpPr>
          <p:cNvPr id="37" name="Text 35"/>
          <p:cNvSpPr/>
          <p:nvPr/>
        </p:nvSpPr>
        <p:spPr>
          <a:xfrm>
            <a:off x="10040112" y="4553712"/>
            <a:ext cx="804672" cy="64008"/>
          </a:xfrm>
          <a:prstGeom prst="rect">
            <a:avLst/>
          </a:prstGeom>
          <a:noFill/>
          <a:ln/>
        </p:spPr>
        <p:txBody>
          <a:bodyPr wrap="square" lIns="0" tIns="0" rIns="0" bIns="0" rtlCol="0" anchor="ctr">
            <a:normAutofit/>
          </a:bodyPr>
          <a:lstStyle/>
          <a:p>
            <a:pPr algn="ctr" indent="0" marL="0">
              <a:buNone/>
            </a:pPr>
            <a:r>
              <a:rPr lang="en-US" sz="630" b="1" dirty="0">
                <a:solidFill>
                  <a:srgbClr val="FFFFFF"/>
                </a:solidFill>
                <a:latin typeface="Microsoft YaHei" pitchFamily="34" charset="0"/>
                <a:ea typeface="Microsoft YaHei" pitchFamily="34" charset="-122"/>
                <a:cs typeface="Microsoft YaHei" pitchFamily="34" charset="-120"/>
              </a:rPr>
              <a:t>班级趋势</a:t>
            </a:r>
            <a:endParaRPr lang="en-US" sz="630" dirty="0"/>
          </a:p>
        </p:txBody>
      </p:sp>
      <p:sp>
        <p:nvSpPr>
          <p:cNvPr id="25" name="Slide Number Placeholder 0"/>
          <p:cNvSpPr>
            <a:spLocks noGrp="1"/>
          </p:cNvSpPr>
          <p:nvPr>
            <p:ph type="sldNum" sz="quarter" idx="4294967295"/>
          </p:nvPr>
        </p:nvSpPr>
        <p:spPr>
          <a:xfrm>
            <a:off x="11475720" y="6556248"/>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6B7A90"/>
                </a:solidFill>
                <a:latin typeface="Microsoft YaHei"/>
                <a:ea typeface="Microsoft YaHei"/>
                <a:cs typeface="Microsoft YaHei"/>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AFC"/>
        </a:solidFill>
      </p:bgPr>
    </p:bg>
    <p:spTree>
      <p:nvGrpSpPr>
        <p:cNvPr id="1" name=""/>
        <p:cNvGrpSpPr/>
        <p:nvPr/>
      </p:nvGrpSpPr>
      <p:grpSpPr>
        <a:xfrm>
          <a:off x="0" y="0"/>
          <a:ext cx="0" cy="0"/>
          <a:chOff x="0" y="0"/>
          <a:chExt cx="0" cy="0"/>
        </a:xfrm>
      </p:grpSpPr>
      <p:sp>
        <p:nvSpPr>
          <p:cNvPr id="2" name="Text 0"/>
          <p:cNvSpPr/>
          <p:nvPr/>
        </p:nvSpPr>
        <p:spPr>
          <a:xfrm>
            <a:off x="566928" y="338328"/>
            <a:ext cx="2926080" cy="182880"/>
          </a:xfrm>
          <a:prstGeom prst="rect">
            <a:avLst/>
          </a:prstGeom>
          <a:noFill/>
          <a:ln/>
        </p:spPr>
        <p:txBody>
          <a:bodyPr wrap="square" lIns="0" tIns="0" rIns="0" bIns="0" rtlCol="0" anchor="ctr"/>
          <a:lstStyle/>
          <a:p>
            <a:pPr indent="0" marL="0">
              <a:buNone/>
            </a:pPr>
            <a:r>
              <a:rPr lang="en-US" sz="800" b="1" dirty="0">
                <a:solidFill>
                  <a:srgbClr val="0F9BA8"/>
                </a:solidFill>
                <a:latin typeface="Microsoft YaHei" pitchFamily="34" charset="0"/>
                <a:ea typeface="Microsoft YaHei" pitchFamily="34" charset="-122"/>
                <a:cs typeface="Microsoft YaHei" pitchFamily="34" charset="-120"/>
              </a:rPr>
              <a:t>ARCHITECTURE</a:t>
            </a:r>
            <a:endParaRPr lang="en-US" sz="800" dirty="0"/>
          </a:p>
        </p:txBody>
      </p:sp>
      <p:sp>
        <p:nvSpPr>
          <p:cNvPr id="3" name="Text 1"/>
          <p:cNvSpPr/>
          <p:nvPr/>
        </p:nvSpPr>
        <p:spPr>
          <a:xfrm>
            <a:off x="566928" y="566928"/>
            <a:ext cx="8229600" cy="438912"/>
          </a:xfrm>
          <a:prstGeom prst="rect">
            <a:avLst/>
          </a:prstGeom>
          <a:noFill/>
          <a:ln/>
        </p:spPr>
        <p:txBody>
          <a:bodyPr wrap="square" lIns="0" tIns="0" rIns="0" bIns="0" rtlCol="0" anchor="ctr">
            <a:normAutofit/>
          </a:bodyPr>
          <a:lstStyle/>
          <a:p>
            <a:pPr indent="0" marL="0">
              <a:buNone/>
            </a:pPr>
            <a:r>
              <a:rPr lang="en-US" sz="2300" b="1" dirty="0">
                <a:solidFill>
                  <a:srgbClr val="172033"/>
                </a:solidFill>
                <a:latin typeface="Microsoft YaHei" pitchFamily="34" charset="0"/>
                <a:ea typeface="Microsoft YaHei" pitchFamily="34" charset="-122"/>
                <a:cs typeface="Microsoft YaHei" pitchFamily="34" charset="-120"/>
              </a:rPr>
              <a:t>核心技术架构</a:t>
            </a:r>
            <a:endParaRPr lang="en-US" sz="2300" dirty="0"/>
          </a:p>
        </p:txBody>
      </p:sp>
      <p:sp>
        <p:nvSpPr>
          <p:cNvPr id="4" name="Shape 2"/>
          <p:cNvSpPr/>
          <p:nvPr/>
        </p:nvSpPr>
        <p:spPr>
          <a:xfrm>
            <a:off x="658368" y="1216152"/>
            <a:ext cx="5623560" cy="3383280"/>
          </a:xfrm>
          <a:prstGeom prst="roundRect">
            <a:avLst>
              <a:gd name="adj" fmla="val 2162"/>
            </a:avLst>
          </a:prstGeom>
          <a:solidFill>
            <a:srgbClr val="FFFFFF"/>
          </a:solidFill>
          <a:ln w="8890">
            <a:solidFill>
              <a:srgbClr val="CBD5E1"/>
            </a:solidFill>
            <a:prstDash val="solid"/>
          </a:ln>
          <a:effectLst>
            <a:outerShdw sx="100000" sy="100000" kx="0" ky="0" algn="bl" rotWithShape="0" blurRad="12700" dist="50800" dir="2700000">
              <a:srgbClr val="CBD5E1">
                <a:alpha val="13000"/>
              </a:srgbClr>
            </a:outerShdw>
          </a:effectLst>
        </p:spPr>
      </p:sp>
      <p:sp>
        <p:nvSpPr>
          <p:cNvPr id="5" name="Shape 3"/>
          <p:cNvSpPr/>
          <p:nvPr/>
        </p:nvSpPr>
        <p:spPr>
          <a:xfrm>
            <a:off x="658368" y="1216152"/>
            <a:ext cx="5623560" cy="310896"/>
          </a:xfrm>
          <a:prstGeom prst="rect">
            <a:avLst/>
          </a:prstGeom>
          <a:solidFill>
            <a:srgbClr val="F1F5F9"/>
          </a:solidFill>
          <a:ln w="5080">
            <a:solidFill>
              <a:srgbClr val="CBD5E1"/>
            </a:solidFill>
            <a:prstDash val="solid"/>
          </a:ln>
        </p:spPr>
      </p:sp>
      <p:sp>
        <p:nvSpPr>
          <p:cNvPr id="6" name="Shape 4"/>
          <p:cNvSpPr/>
          <p:nvPr/>
        </p:nvSpPr>
        <p:spPr>
          <a:xfrm>
            <a:off x="804672" y="1321308"/>
            <a:ext cx="64008" cy="64008"/>
          </a:xfrm>
          <a:prstGeom prst="ellipse">
            <a:avLst/>
          </a:prstGeom>
          <a:solidFill>
            <a:srgbClr val="EF476F"/>
          </a:solidFill>
          <a:ln w="12700">
            <a:solidFill>
              <a:srgbClr val="EF476F"/>
            </a:solidFill>
            <a:prstDash val="solid"/>
          </a:ln>
        </p:spPr>
      </p:sp>
      <p:sp>
        <p:nvSpPr>
          <p:cNvPr id="7" name="Shape 5"/>
          <p:cNvSpPr/>
          <p:nvPr/>
        </p:nvSpPr>
        <p:spPr>
          <a:xfrm>
            <a:off x="987552" y="1321308"/>
            <a:ext cx="64008" cy="64008"/>
          </a:xfrm>
          <a:prstGeom prst="ellipse">
            <a:avLst/>
          </a:prstGeom>
          <a:solidFill>
            <a:srgbClr val="FFD166"/>
          </a:solidFill>
          <a:ln w="12700">
            <a:solidFill>
              <a:srgbClr val="FFD166"/>
            </a:solidFill>
            <a:prstDash val="solid"/>
          </a:ln>
        </p:spPr>
      </p:sp>
      <p:sp>
        <p:nvSpPr>
          <p:cNvPr id="8" name="Shape 6"/>
          <p:cNvSpPr/>
          <p:nvPr/>
        </p:nvSpPr>
        <p:spPr>
          <a:xfrm>
            <a:off x="1170432" y="1321308"/>
            <a:ext cx="64008" cy="64008"/>
          </a:xfrm>
          <a:prstGeom prst="ellipse">
            <a:avLst/>
          </a:prstGeom>
          <a:solidFill>
            <a:srgbClr val="06D6A0"/>
          </a:solidFill>
          <a:ln w="12700">
            <a:solidFill>
              <a:srgbClr val="06D6A0"/>
            </a:solidFill>
            <a:prstDash val="solid"/>
          </a:ln>
        </p:spPr>
      </p:sp>
      <p:sp>
        <p:nvSpPr>
          <p:cNvPr id="9" name="Shape 7"/>
          <p:cNvSpPr/>
          <p:nvPr/>
        </p:nvSpPr>
        <p:spPr>
          <a:xfrm>
            <a:off x="914400" y="1874520"/>
            <a:ext cx="5111496" cy="2395728"/>
          </a:xfrm>
          <a:prstGeom prst="rect">
            <a:avLst/>
          </a:prstGeom>
          <a:solidFill>
            <a:srgbClr val="F8FAFC"/>
          </a:solidFill>
          <a:ln w="12700">
            <a:solidFill>
              <a:srgbClr val="E2E8F0"/>
            </a:solidFill>
            <a:prstDash val="solid"/>
          </a:ln>
        </p:spPr>
      </p:sp>
      <p:sp>
        <p:nvSpPr>
          <p:cNvPr id="10" name="Text 8"/>
          <p:cNvSpPr/>
          <p:nvPr/>
        </p:nvSpPr>
        <p:spPr>
          <a:xfrm>
            <a:off x="1097280" y="2176272"/>
            <a:ext cx="4745736" cy="237744"/>
          </a:xfrm>
          <a:prstGeom prst="rect">
            <a:avLst/>
          </a:prstGeom>
          <a:noFill/>
          <a:ln/>
        </p:spPr>
        <p:txBody>
          <a:bodyPr wrap="square" lIns="0" tIns="0" rIns="0" bIns="0" rtlCol="0" anchor="ctr">
            <a:normAutofit/>
          </a:bodyPr>
          <a:lstStyle/>
          <a:p>
            <a:pPr algn="ctr" indent="0" marL="0">
              <a:buNone/>
            </a:pPr>
            <a:r>
              <a:rPr lang="en-US" sz="1400" b="1" dirty="0">
                <a:solidFill>
                  <a:srgbClr val="0F9BA8"/>
                </a:solidFill>
                <a:latin typeface="Microsoft YaHei" pitchFamily="34" charset="0"/>
                <a:ea typeface="Microsoft YaHei" pitchFamily="34" charset="-122"/>
                <a:cs typeface="Microsoft YaHei" pitchFamily="34" charset="-120"/>
              </a:rPr>
              <a:t>图示位置</a:t>
            </a:r>
            <a:endParaRPr lang="en-US" sz="1400" dirty="0"/>
          </a:p>
        </p:txBody>
      </p:sp>
      <p:sp>
        <p:nvSpPr>
          <p:cNvPr id="11" name="Text 9"/>
          <p:cNvSpPr/>
          <p:nvPr/>
        </p:nvSpPr>
        <p:spPr>
          <a:xfrm>
            <a:off x="1133856" y="2606040"/>
            <a:ext cx="4672584" cy="411480"/>
          </a:xfrm>
          <a:prstGeom prst="rect">
            <a:avLst/>
          </a:prstGeom>
          <a:noFill/>
          <a:ln/>
        </p:spPr>
        <p:txBody>
          <a:bodyPr wrap="square" lIns="0" tIns="0" rIns="0" bIns="0" rtlCol="0" anchor="ctr">
            <a:normAutofit/>
          </a:bodyPr>
          <a:lstStyle/>
          <a:p>
            <a:pPr algn="ctr" indent="0" marL="0">
              <a:buNone/>
            </a:pPr>
            <a:r>
              <a:rPr lang="en-US" sz="1200" b="1" dirty="0">
                <a:solidFill>
                  <a:srgbClr val="172033"/>
                </a:solidFill>
                <a:latin typeface="Microsoft YaHei" pitchFamily="34" charset="0"/>
                <a:ea typeface="Microsoft YaHei" pitchFamily="34" charset="-122"/>
                <a:cs typeface="Microsoft YaHei" pitchFamily="34" charset="-120"/>
              </a:rPr>
              <a:t>系统架构图</a:t>
            </a:r>
            <a:endParaRPr lang="en-US" sz="1200" dirty="0"/>
          </a:p>
        </p:txBody>
      </p:sp>
      <p:sp>
        <p:nvSpPr>
          <p:cNvPr id="12" name="Text 10"/>
          <p:cNvSpPr/>
          <p:nvPr/>
        </p:nvSpPr>
        <p:spPr>
          <a:xfrm>
            <a:off x="1225296" y="3246120"/>
            <a:ext cx="4489704" cy="320040"/>
          </a:xfrm>
          <a:prstGeom prst="rect">
            <a:avLst/>
          </a:prstGeom>
          <a:noFill/>
          <a:ln/>
        </p:spPr>
        <p:txBody>
          <a:bodyPr wrap="square" lIns="0" tIns="0" rIns="0" bIns="0" rtlCol="0" anchor="ctr">
            <a:normAutofit/>
          </a:bodyPr>
          <a:lstStyle/>
          <a:p>
            <a:pPr algn="ctr" indent="0" marL="0">
              <a:buNone/>
            </a:pPr>
            <a:r>
              <a:rPr lang="en-US" sz="820" dirty="0">
                <a:solidFill>
                  <a:srgbClr val="62718A"/>
                </a:solidFill>
                <a:latin typeface="Microsoft YaHei" pitchFamily="34" charset="0"/>
                <a:ea typeface="Microsoft YaHei" pitchFamily="34" charset="-122"/>
                <a:cs typeface="Microsoft YaHei" pitchFamily="34" charset="-120"/>
              </a:rPr>
              <a:t>建议放前端、后端、数据层、Judge、LLM/Embedding 的分层架构图</a:t>
            </a:r>
            <a:endParaRPr lang="en-US" sz="820" dirty="0"/>
          </a:p>
        </p:txBody>
      </p:sp>
      <p:sp>
        <p:nvSpPr>
          <p:cNvPr id="13" name="Shape 11"/>
          <p:cNvSpPr/>
          <p:nvPr/>
        </p:nvSpPr>
        <p:spPr>
          <a:xfrm>
            <a:off x="6812280" y="1325880"/>
            <a:ext cx="4206240" cy="658368"/>
          </a:xfrm>
          <a:prstGeom prst="roundRect">
            <a:avLst>
              <a:gd name="adj" fmla="val 11111"/>
            </a:avLst>
          </a:prstGeom>
          <a:solidFill>
            <a:srgbClr val="FFFFFF"/>
          </a:solidFill>
          <a:ln w="8890">
            <a:solidFill>
              <a:srgbClr val="DDE6EF"/>
            </a:solidFill>
            <a:prstDash val="solid"/>
          </a:ln>
          <a:effectLst>
            <a:outerShdw sx="100000" sy="100000" kx="0" ky="0" algn="bl" rotWithShape="0" blurRad="12700" dist="50800" dir="2700000">
              <a:srgbClr val="CBD5E1">
                <a:alpha val="13000"/>
              </a:srgbClr>
            </a:outerShdw>
          </a:effectLst>
        </p:spPr>
      </p:sp>
      <p:sp>
        <p:nvSpPr>
          <p:cNvPr id="14" name="Shape 12"/>
          <p:cNvSpPr/>
          <p:nvPr/>
        </p:nvSpPr>
        <p:spPr>
          <a:xfrm>
            <a:off x="6812280" y="1325880"/>
            <a:ext cx="109728" cy="658368"/>
          </a:xfrm>
          <a:prstGeom prst="rect">
            <a:avLst/>
          </a:prstGeom>
          <a:solidFill>
            <a:srgbClr val="0F9BA8"/>
          </a:solidFill>
          <a:ln w="12700">
            <a:solidFill>
              <a:srgbClr val="0F9BA8"/>
            </a:solidFill>
            <a:prstDash val="solid"/>
          </a:ln>
        </p:spPr>
      </p:sp>
      <p:sp>
        <p:nvSpPr>
          <p:cNvPr id="15" name="Text 13"/>
          <p:cNvSpPr/>
          <p:nvPr/>
        </p:nvSpPr>
        <p:spPr>
          <a:xfrm>
            <a:off x="7114032" y="1472184"/>
            <a:ext cx="1737360" cy="118872"/>
          </a:xfrm>
          <a:prstGeom prst="rect">
            <a:avLst/>
          </a:prstGeom>
          <a:noFill/>
          <a:ln/>
        </p:spPr>
        <p:txBody>
          <a:bodyPr wrap="square" lIns="0" tIns="0" rIns="0" bIns="0" rtlCol="0" anchor="ctr"/>
          <a:lstStyle/>
          <a:p>
            <a:pPr indent="0" marL="0">
              <a:buNone/>
            </a:pPr>
            <a:r>
              <a:rPr lang="en-US" sz="1050" b="1" dirty="0">
                <a:solidFill>
                  <a:srgbClr val="172033"/>
                </a:solidFill>
                <a:latin typeface="Microsoft YaHei" pitchFamily="34" charset="0"/>
                <a:ea typeface="Microsoft YaHei" pitchFamily="34" charset="-122"/>
                <a:cs typeface="Microsoft YaHei" pitchFamily="34" charset="-120"/>
              </a:rPr>
              <a:t>前端体验层</a:t>
            </a:r>
            <a:endParaRPr lang="en-US" sz="1050" dirty="0"/>
          </a:p>
        </p:txBody>
      </p:sp>
      <p:sp>
        <p:nvSpPr>
          <p:cNvPr id="16" name="Text 14"/>
          <p:cNvSpPr/>
          <p:nvPr/>
        </p:nvSpPr>
        <p:spPr>
          <a:xfrm>
            <a:off x="8778240" y="1490472"/>
            <a:ext cx="2057400" cy="109728"/>
          </a:xfrm>
          <a:prstGeom prst="rect">
            <a:avLst/>
          </a:prstGeom>
          <a:noFill/>
          <a:ln/>
        </p:spPr>
        <p:txBody>
          <a:bodyPr wrap="square" lIns="0" tIns="0" rIns="0" bIns="0" rtlCol="0" anchor="ctr">
            <a:normAutofit/>
          </a:bodyPr>
          <a:lstStyle/>
          <a:p>
            <a:pPr indent="0" marL="0">
              <a:buNone/>
            </a:pPr>
            <a:r>
              <a:rPr lang="en-US" sz="820" dirty="0">
                <a:solidFill>
                  <a:srgbClr val="62718A"/>
                </a:solidFill>
                <a:latin typeface="Microsoft YaHei" pitchFamily="34" charset="0"/>
                <a:ea typeface="Microsoft YaHei" pitchFamily="34" charset="-122"/>
                <a:cs typeface="Microsoft YaHei" pitchFamily="34" charset="-120"/>
              </a:rPr>
              <a:t>Vue 3 + Vite + CodeMirror</a:t>
            </a:r>
            <a:endParaRPr lang="en-US" sz="820" dirty="0"/>
          </a:p>
        </p:txBody>
      </p:sp>
      <p:sp>
        <p:nvSpPr>
          <p:cNvPr id="17" name="Shape 15"/>
          <p:cNvSpPr/>
          <p:nvPr/>
        </p:nvSpPr>
        <p:spPr>
          <a:xfrm>
            <a:off x="6812280" y="2240280"/>
            <a:ext cx="4206240" cy="658368"/>
          </a:xfrm>
          <a:prstGeom prst="roundRect">
            <a:avLst>
              <a:gd name="adj" fmla="val 11111"/>
            </a:avLst>
          </a:prstGeom>
          <a:solidFill>
            <a:srgbClr val="FFFFFF"/>
          </a:solidFill>
          <a:ln w="8890">
            <a:solidFill>
              <a:srgbClr val="DDE6EF"/>
            </a:solidFill>
            <a:prstDash val="solid"/>
          </a:ln>
          <a:effectLst>
            <a:outerShdw sx="100000" sy="100000" kx="0" ky="0" algn="bl" rotWithShape="0" blurRad="12700" dist="50800" dir="2700000">
              <a:srgbClr val="CBD5E1">
                <a:alpha val="13000"/>
              </a:srgbClr>
            </a:outerShdw>
          </a:effectLst>
        </p:spPr>
      </p:sp>
      <p:sp>
        <p:nvSpPr>
          <p:cNvPr id="18" name="Shape 16"/>
          <p:cNvSpPr/>
          <p:nvPr/>
        </p:nvSpPr>
        <p:spPr>
          <a:xfrm>
            <a:off x="6812280" y="2240280"/>
            <a:ext cx="109728" cy="658368"/>
          </a:xfrm>
          <a:prstGeom prst="rect">
            <a:avLst/>
          </a:prstGeom>
          <a:solidFill>
            <a:srgbClr val="2563EB"/>
          </a:solidFill>
          <a:ln w="12700">
            <a:solidFill>
              <a:srgbClr val="2563EB"/>
            </a:solidFill>
            <a:prstDash val="solid"/>
          </a:ln>
        </p:spPr>
      </p:sp>
      <p:sp>
        <p:nvSpPr>
          <p:cNvPr id="19" name="Text 17"/>
          <p:cNvSpPr/>
          <p:nvPr/>
        </p:nvSpPr>
        <p:spPr>
          <a:xfrm>
            <a:off x="7114032" y="2386584"/>
            <a:ext cx="1737360" cy="118872"/>
          </a:xfrm>
          <a:prstGeom prst="rect">
            <a:avLst/>
          </a:prstGeom>
          <a:noFill/>
          <a:ln/>
        </p:spPr>
        <p:txBody>
          <a:bodyPr wrap="square" lIns="0" tIns="0" rIns="0" bIns="0" rtlCol="0" anchor="ctr"/>
          <a:lstStyle/>
          <a:p>
            <a:pPr indent="0" marL="0">
              <a:buNone/>
            </a:pPr>
            <a:r>
              <a:rPr lang="en-US" sz="1050" b="1" dirty="0">
                <a:solidFill>
                  <a:srgbClr val="172033"/>
                </a:solidFill>
                <a:latin typeface="Microsoft YaHei" pitchFamily="34" charset="0"/>
                <a:ea typeface="Microsoft YaHei" pitchFamily="34" charset="-122"/>
                <a:cs typeface="Microsoft YaHei" pitchFamily="34" charset="-120"/>
              </a:rPr>
              <a:t>后端业务层</a:t>
            </a:r>
            <a:endParaRPr lang="en-US" sz="1050" dirty="0"/>
          </a:p>
        </p:txBody>
      </p:sp>
      <p:sp>
        <p:nvSpPr>
          <p:cNvPr id="20" name="Text 18"/>
          <p:cNvSpPr/>
          <p:nvPr/>
        </p:nvSpPr>
        <p:spPr>
          <a:xfrm>
            <a:off x="8778240" y="2404872"/>
            <a:ext cx="2057400" cy="109728"/>
          </a:xfrm>
          <a:prstGeom prst="rect">
            <a:avLst/>
          </a:prstGeom>
          <a:noFill/>
          <a:ln/>
        </p:spPr>
        <p:txBody>
          <a:bodyPr wrap="square" lIns="0" tIns="0" rIns="0" bIns="0" rtlCol="0" anchor="ctr">
            <a:normAutofit/>
          </a:bodyPr>
          <a:lstStyle/>
          <a:p>
            <a:pPr indent="0" marL="0">
              <a:buNone/>
            </a:pPr>
            <a:r>
              <a:rPr lang="en-US" sz="820" dirty="0">
                <a:solidFill>
                  <a:srgbClr val="62718A"/>
                </a:solidFill>
                <a:latin typeface="Microsoft YaHei" pitchFamily="34" charset="0"/>
                <a:ea typeface="Microsoft YaHei" pitchFamily="34" charset="-122"/>
                <a:cs typeface="Microsoft YaHei" pitchFamily="34" charset="-120"/>
              </a:rPr>
              <a:t>Spring Boot + Java 21</a:t>
            </a:r>
            <a:endParaRPr lang="en-US" sz="820" dirty="0"/>
          </a:p>
        </p:txBody>
      </p:sp>
      <p:sp>
        <p:nvSpPr>
          <p:cNvPr id="21" name="Shape 19"/>
          <p:cNvSpPr/>
          <p:nvPr/>
        </p:nvSpPr>
        <p:spPr>
          <a:xfrm>
            <a:off x="6812280" y="3154680"/>
            <a:ext cx="4206240" cy="658368"/>
          </a:xfrm>
          <a:prstGeom prst="roundRect">
            <a:avLst>
              <a:gd name="adj" fmla="val 11111"/>
            </a:avLst>
          </a:prstGeom>
          <a:solidFill>
            <a:srgbClr val="FFFFFF"/>
          </a:solidFill>
          <a:ln w="8890">
            <a:solidFill>
              <a:srgbClr val="DDE6EF"/>
            </a:solidFill>
            <a:prstDash val="solid"/>
          </a:ln>
          <a:effectLst>
            <a:outerShdw sx="100000" sy="100000" kx="0" ky="0" algn="bl" rotWithShape="0" blurRad="12700" dist="50800" dir="2700000">
              <a:srgbClr val="CBD5E1">
                <a:alpha val="13000"/>
              </a:srgbClr>
            </a:outerShdw>
          </a:effectLst>
        </p:spPr>
      </p:sp>
      <p:sp>
        <p:nvSpPr>
          <p:cNvPr id="22" name="Shape 20"/>
          <p:cNvSpPr/>
          <p:nvPr/>
        </p:nvSpPr>
        <p:spPr>
          <a:xfrm>
            <a:off x="6812280" y="3154680"/>
            <a:ext cx="109728" cy="658368"/>
          </a:xfrm>
          <a:prstGeom prst="rect">
            <a:avLst/>
          </a:prstGeom>
          <a:solidFill>
            <a:srgbClr val="E6508A"/>
          </a:solidFill>
          <a:ln w="12700">
            <a:solidFill>
              <a:srgbClr val="E6508A"/>
            </a:solidFill>
            <a:prstDash val="solid"/>
          </a:ln>
        </p:spPr>
      </p:sp>
      <p:sp>
        <p:nvSpPr>
          <p:cNvPr id="23" name="Text 21"/>
          <p:cNvSpPr/>
          <p:nvPr/>
        </p:nvSpPr>
        <p:spPr>
          <a:xfrm>
            <a:off x="7114032" y="3300984"/>
            <a:ext cx="1737360" cy="118872"/>
          </a:xfrm>
          <a:prstGeom prst="rect">
            <a:avLst/>
          </a:prstGeom>
          <a:noFill/>
          <a:ln/>
        </p:spPr>
        <p:txBody>
          <a:bodyPr wrap="square" lIns="0" tIns="0" rIns="0" bIns="0" rtlCol="0" anchor="ctr"/>
          <a:lstStyle/>
          <a:p>
            <a:pPr indent="0" marL="0">
              <a:buNone/>
            </a:pPr>
            <a:r>
              <a:rPr lang="en-US" sz="1050" b="1" dirty="0">
                <a:solidFill>
                  <a:srgbClr val="172033"/>
                </a:solidFill>
                <a:latin typeface="Microsoft YaHei" pitchFamily="34" charset="0"/>
                <a:ea typeface="Microsoft YaHei" pitchFamily="34" charset="-122"/>
                <a:cs typeface="Microsoft YaHei" pitchFamily="34" charset="-120"/>
              </a:rPr>
              <a:t>数据与检索层</a:t>
            </a:r>
            <a:endParaRPr lang="en-US" sz="1050" dirty="0"/>
          </a:p>
        </p:txBody>
      </p:sp>
      <p:sp>
        <p:nvSpPr>
          <p:cNvPr id="24" name="Text 22"/>
          <p:cNvSpPr/>
          <p:nvPr/>
        </p:nvSpPr>
        <p:spPr>
          <a:xfrm>
            <a:off x="8778240" y="3319272"/>
            <a:ext cx="2057400" cy="109728"/>
          </a:xfrm>
          <a:prstGeom prst="rect">
            <a:avLst/>
          </a:prstGeom>
          <a:noFill/>
          <a:ln/>
        </p:spPr>
        <p:txBody>
          <a:bodyPr wrap="square" lIns="0" tIns="0" rIns="0" bIns="0" rtlCol="0" anchor="ctr">
            <a:normAutofit/>
          </a:bodyPr>
          <a:lstStyle/>
          <a:p>
            <a:pPr indent="0" marL="0">
              <a:buNone/>
            </a:pPr>
            <a:r>
              <a:rPr lang="en-US" sz="820" dirty="0">
                <a:solidFill>
                  <a:srgbClr val="62718A"/>
                </a:solidFill>
                <a:latin typeface="Microsoft YaHei" pitchFamily="34" charset="0"/>
                <a:ea typeface="Microsoft YaHei" pitchFamily="34" charset="-122"/>
                <a:cs typeface="Microsoft YaHei" pitchFamily="34" charset="-120"/>
              </a:rPr>
              <a:t>PostgreSQL/pgvector + Redis</a:t>
            </a:r>
            <a:endParaRPr lang="en-US" sz="820" dirty="0"/>
          </a:p>
        </p:txBody>
      </p:sp>
      <p:sp>
        <p:nvSpPr>
          <p:cNvPr id="25" name="Shape 23"/>
          <p:cNvSpPr/>
          <p:nvPr/>
        </p:nvSpPr>
        <p:spPr>
          <a:xfrm>
            <a:off x="6812280" y="4069080"/>
            <a:ext cx="4206240" cy="658368"/>
          </a:xfrm>
          <a:prstGeom prst="roundRect">
            <a:avLst>
              <a:gd name="adj" fmla="val 11111"/>
            </a:avLst>
          </a:prstGeom>
          <a:solidFill>
            <a:srgbClr val="FFFFFF"/>
          </a:solidFill>
          <a:ln w="8890">
            <a:solidFill>
              <a:srgbClr val="DDE6EF"/>
            </a:solidFill>
            <a:prstDash val="solid"/>
          </a:ln>
          <a:effectLst>
            <a:outerShdw sx="100000" sy="100000" kx="0" ky="0" algn="bl" rotWithShape="0" blurRad="12700" dist="50800" dir="2700000">
              <a:srgbClr val="CBD5E1">
                <a:alpha val="13000"/>
              </a:srgbClr>
            </a:outerShdw>
          </a:effectLst>
        </p:spPr>
      </p:sp>
      <p:sp>
        <p:nvSpPr>
          <p:cNvPr id="26" name="Shape 24"/>
          <p:cNvSpPr/>
          <p:nvPr/>
        </p:nvSpPr>
        <p:spPr>
          <a:xfrm>
            <a:off x="6812280" y="4069080"/>
            <a:ext cx="109728" cy="658368"/>
          </a:xfrm>
          <a:prstGeom prst="rect">
            <a:avLst/>
          </a:prstGeom>
          <a:solidFill>
            <a:srgbClr val="F59E0B"/>
          </a:solidFill>
          <a:ln w="12700">
            <a:solidFill>
              <a:srgbClr val="F59E0B"/>
            </a:solidFill>
            <a:prstDash val="solid"/>
          </a:ln>
        </p:spPr>
      </p:sp>
      <p:sp>
        <p:nvSpPr>
          <p:cNvPr id="27" name="Text 25"/>
          <p:cNvSpPr/>
          <p:nvPr/>
        </p:nvSpPr>
        <p:spPr>
          <a:xfrm>
            <a:off x="7114032" y="4215384"/>
            <a:ext cx="1737360" cy="118872"/>
          </a:xfrm>
          <a:prstGeom prst="rect">
            <a:avLst/>
          </a:prstGeom>
          <a:noFill/>
          <a:ln/>
        </p:spPr>
        <p:txBody>
          <a:bodyPr wrap="square" lIns="0" tIns="0" rIns="0" bIns="0" rtlCol="0" anchor="ctr"/>
          <a:lstStyle/>
          <a:p>
            <a:pPr indent="0" marL="0">
              <a:buNone/>
            </a:pPr>
            <a:r>
              <a:rPr lang="en-US" sz="1050" b="1" dirty="0">
                <a:solidFill>
                  <a:srgbClr val="172033"/>
                </a:solidFill>
                <a:latin typeface="Microsoft YaHei" pitchFamily="34" charset="0"/>
                <a:ea typeface="Microsoft YaHei" pitchFamily="34" charset="-122"/>
                <a:cs typeface="Microsoft YaHei" pitchFamily="34" charset="-120"/>
              </a:rPr>
              <a:t>执行与智能层</a:t>
            </a:r>
            <a:endParaRPr lang="en-US" sz="1050" dirty="0"/>
          </a:p>
        </p:txBody>
      </p:sp>
      <p:sp>
        <p:nvSpPr>
          <p:cNvPr id="28" name="Text 26"/>
          <p:cNvSpPr/>
          <p:nvPr/>
        </p:nvSpPr>
        <p:spPr>
          <a:xfrm>
            <a:off x="8778240" y="4233672"/>
            <a:ext cx="2057400" cy="109728"/>
          </a:xfrm>
          <a:prstGeom prst="rect">
            <a:avLst/>
          </a:prstGeom>
          <a:noFill/>
          <a:ln/>
        </p:spPr>
        <p:txBody>
          <a:bodyPr wrap="square" lIns="0" tIns="0" rIns="0" bIns="0" rtlCol="0" anchor="ctr">
            <a:normAutofit/>
          </a:bodyPr>
          <a:lstStyle/>
          <a:p>
            <a:pPr indent="0" marL="0">
              <a:buNone/>
            </a:pPr>
            <a:r>
              <a:rPr lang="en-US" sz="820" dirty="0">
                <a:solidFill>
                  <a:srgbClr val="62718A"/>
                </a:solidFill>
                <a:latin typeface="Microsoft YaHei" pitchFamily="34" charset="0"/>
                <a:ea typeface="Microsoft YaHei" pitchFamily="34" charset="-122"/>
                <a:cs typeface="Microsoft YaHei" pitchFamily="34" charset="-120"/>
              </a:rPr>
              <a:t>Judge Server + LLM/Embedding</a:t>
            </a:r>
            <a:endParaRPr lang="en-US" sz="820" dirty="0"/>
          </a:p>
        </p:txBody>
      </p:sp>
      <p:sp>
        <p:nvSpPr>
          <p:cNvPr id="25" name="Slide Number Placeholder 0"/>
          <p:cNvSpPr>
            <a:spLocks noGrp="1"/>
          </p:cNvSpPr>
          <p:nvPr>
            <p:ph type="sldNum" sz="quarter" idx="4294967295"/>
          </p:nvPr>
        </p:nvSpPr>
        <p:spPr>
          <a:xfrm>
            <a:off x="11475720" y="6556248"/>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6B7A90"/>
                </a:solidFill>
                <a:latin typeface="Microsoft YaHei"/>
                <a:ea typeface="Microsoft YaHei"/>
                <a:cs typeface="Microsoft YaHei"/>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AFC"/>
        </a:solidFill>
      </p:bgPr>
    </p:bg>
    <p:spTree>
      <p:nvGrpSpPr>
        <p:cNvPr id="1" name=""/>
        <p:cNvGrpSpPr/>
        <p:nvPr/>
      </p:nvGrpSpPr>
      <p:grpSpPr>
        <a:xfrm>
          <a:off x="0" y="0"/>
          <a:ext cx="0" cy="0"/>
          <a:chOff x="0" y="0"/>
          <a:chExt cx="0" cy="0"/>
        </a:xfrm>
      </p:grpSpPr>
      <p:sp>
        <p:nvSpPr>
          <p:cNvPr id="2" name="Text 0"/>
          <p:cNvSpPr/>
          <p:nvPr/>
        </p:nvSpPr>
        <p:spPr>
          <a:xfrm>
            <a:off x="566928" y="338328"/>
            <a:ext cx="2926080" cy="182880"/>
          </a:xfrm>
          <a:prstGeom prst="rect">
            <a:avLst/>
          </a:prstGeom>
          <a:noFill/>
          <a:ln/>
        </p:spPr>
        <p:txBody>
          <a:bodyPr wrap="square" lIns="0" tIns="0" rIns="0" bIns="0" rtlCol="0" anchor="ctr"/>
          <a:lstStyle/>
          <a:p>
            <a:pPr indent="0" marL="0">
              <a:buNone/>
            </a:pPr>
            <a:r>
              <a:rPr lang="en-US" sz="800" b="1" dirty="0">
                <a:solidFill>
                  <a:srgbClr val="0F9BA8"/>
                </a:solidFill>
                <a:latin typeface="Microsoft YaHei" pitchFamily="34" charset="0"/>
                <a:ea typeface="Microsoft YaHei" pitchFamily="34" charset="-122"/>
                <a:cs typeface="Microsoft YaHei" pitchFamily="34" charset="-120"/>
              </a:rPr>
              <a:t>TECH TO VALUE</a:t>
            </a:r>
            <a:endParaRPr lang="en-US" sz="800" dirty="0"/>
          </a:p>
        </p:txBody>
      </p:sp>
      <p:sp>
        <p:nvSpPr>
          <p:cNvPr id="3" name="Text 1"/>
          <p:cNvSpPr/>
          <p:nvPr/>
        </p:nvSpPr>
        <p:spPr>
          <a:xfrm>
            <a:off x="566928" y="566928"/>
            <a:ext cx="8229600" cy="438912"/>
          </a:xfrm>
          <a:prstGeom prst="rect">
            <a:avLst/>
          </a:prstGeom>
          <a:noFill/>
          <a:ln/>
        </p:spPr>
        <p:txBody>
          <a:bodyPr wrap="square" lIns="0" tIns="0" rIns="0" bIns="0" rtlCol="0" anchor="ctr">
            <a:normAutofit/>
          </a:bodyPr>
          <a:lstStyle/>
          <a:p>
            <a:pPr indent="0" marL="0">
              <a:buNone/>
            </a:pPr>
            <a:r>
              <a:rPr lang="en-US" sz="2300" b="1" dirty="0">
                <a:solidFill>
                  <a:srgbClr val="172033"/>
                </a:solidFill>
                <a:latin typeface="Microsoft YaHei" pitchFamily="34" charset="0"/>
                <a:ea typeface="Microsoft YaHei" pitchFamily="34" charset="-122"/>
                <a:cs typeface="Microsoft YaHei" pitchFamily="34" charset="-120"/>
              </a:rPr>
              <a:t>技术支撑功能</a:t>
            </a:r>
            <a:endParaRPr lang="en-US" sz="2300" dirty="0"/>
          </a:p>
        </p:txBody>
      </p:sp>
      <p:sp>
        <p:nvSpPr>
          <p:cNvPr id="4" name="Shape 2"/>
          <p:cNvSpPr/>
          <p:nvPr/>
        </p:nvSpPr>
        <p:spPr>
          <a:xfrm>
            <a:off x="822960" y="1481328"/>
            <a:ext cx="4846320" cy="1389888"/>
          </a:xfrm>
          <a:prstGeom prst="roundRect">
            <a:avLst>
              <a:gd name="adj" fmla="val 5263"/>
            </a:avLst>
          </a:prstGeom>
          <a:solidFill>
            <a:srgbClr val="EAF5FF"/>
          </a:solidFill>
          <a:ln w="8890">
            <a:solidFill>
              <a:srgbClr val="FFFFFF"/>
            </a:solidFill>
            <a:prstDash val="solid"/>
          </a:ln>
          <a:effectLst>
            <a:outerShdw sx="100000" sy="100000" kx="0" ky="0" algn="bl" rotWithShape="0" blurRad="12700" dist="50800" dir="2700000">
              <a:srgbClr val="CBD5E1">
                <a:alpha val="13000"/>
              </a:srgbClr>
            </a:outerShdw>
          </a:effectLst>
        </p:spPr>
      </p:sp>
      <p:sp>
        <p:nvSpPr>
          <p:cNvPr id="5" name="Shape 3"/>
          <p:cNvSpPr/>
          <p:nvPr/>
        </p:nvSpPr>
        <p:spPr>
          <a:xfrm>
            <a:off x="1143000" y="1874520"/>
            <a:ext cx="512064" cy="512064"/>
          </a:xfrm>
          <a:prstGeom prst="ellipse">
            <a:avLst/>
          </a:prstGeom>
          <a:solidFill>
            <a:srgbClr val="2563EB"/>
          </a:solidFill>
          <a:ln w="12700">
            <a:solidFill>
              <a:srgbClr val="2563EB"/>
            </a:solidFill>
            <a:prstDash val="solid"/>
          </a:ln>
        </p:spPr>
      </p:sp>
      <p:sp>
        <p:nvSpPr>
          <p:cNvPr id="6" name="Text 4"/>
          <p:cNvSpPr/>
          <p:nvPr/>
        </p:nvSpPr>
        <p:spPr>
          <a:xfrm>
            <a:off x="1143000" y="2033260"/>
            <a:ext cx="512064" cy="73152"/>
          </a:xfrm>
          <a:prstGeom prst="rect">
            <a:avLst/>
          </a:prstGeom>
          <a:noFill/>
          <a:ln/>
        </p:spPr>
        <p:txBody>
          <a:bodyPr wrap="square" lIns="0" tIns="0" rIns="0" bIns="0" rtlCol="0" anchor="ctr"/>
          <a:lstStyle/>
          <a:p>
            <a:pPr algn="ctr" indent="0" marL="0">
              <a:buNone/>
            </a:pPr>
            <a:r>
              <a:rPr lang="en-US" sz="1000" b="1" dirty="0">
                <a:solidFill>
                  <a:srgbClr val="FFFFFF"/>
                </a:solidFill>
                <a:latin typeface="Microsoft YaHei" pitchFamily="34" charset="0"/>
                <a:ea typeface="Microsoft YaHei" pitchFamily="34" charset="-122"/>
                <a:cs typeface="Microsoft YaHei" pitchFamily="34" charset="-120"/>
              </a:rPr>
              <a:t>J</a:t>
            </a:r>
            <a:endParaRPr lang="en-US" sz="1000" dirty="0"/>
          </a:p>
        </p:txBody>
      </p:sp>
      <p:sp>
        <p:nvSpPr>
          <p:cNvPr id="7" name="Text 5"/>
          <p:cNvSpPr/>
          <p:nvPr/>
        </p:nvSpPr>
        <p:spPr>
          <a:xfrm>
            <a:off x="1847088" y="1773936"/>
            <a:ext cx="1143000" cy="155448"/>
          </a:xfrm>
          <a:prstGeom prst="rect">
            <a:avLst/>
          </a:prstGeom>
          <a:noFill/>
          <a:ln/>
        </p:spPr>
        <p:txBody>
          <a:bodyPr wrap="square" lIns="0" tIns="0" rIns="0" bIns="0" rtlCol="0" anchor="ctr"/>
          <a:lstStyle/>
          <a:p>
            <a:pPr indent="0" marL="0">
              <a:buNone/>
            </a:pPr>
            <a:r>
              <a:rPr lang="en-US" sz="1250" b="1" dirty="0">
                <a:solidFill>
                  <a:srgbClr val="2563EB"/>
                </a:solidFill>
                <a:latin typeface="Microsoft YaHei" pitchFamily="34" charset="0"/>
                <a:ea typeface="Microsoft YaHei" pitchFamily="34" charset="-122"/>
                <a:cs typeface="Microsoft YaHei" pitchFamily="34" charset="-120"/>
              </a:rPr>
              <a:t>Judge</a:t>
            </a:r>
            <a:endParaRPr lang="en-US" sz="1250" dirty="0"/>
          </a:p>
        </p:txBody>
      </p:sp>
      <p:sp>
        <p:nvSpPr>
          <p:cNvPr id="8" name="Text 6"/>
          <p:cNvSpPr/>
          <p:nvPr/>
        </p:nvSpPr>
        <p:spPr>
          <a:xfrm>
            <a:off x="2743200" y="1755648"/>
            <a:ext cx="2148840" cy="164592"/>
          </a:xfrm>
          <a:prstGeom prst="rect">
            <a:avLst/>
          </a:prstGeom>
          <a:noFill/>
          <a:ln/>
        </p:spPr>
        <p:txBody>
          <a:bodyPr wrap="square" lIns="0" tIns="0" rIns="0" bIns="0" rtlCol="0" anchor="ctr"/>
          <a:lstStyle/>
          <a:p>
            <a:pPr indent="0" marL="0">
              <a:buNone/>
            </a:pPr>
            <a:r>
              <a:rPr lang="en-US" sz="1320" b="1" dirty="0">
                <a:solidFill>
                  <a:srgbClr val="172033"/>
                </a:solidFill>
                <a:latin typeface="Microsoft YaHei" pitchFamily="34" charset="0"/>
                <a:ea typeface="Microsoft YaHei" pitchFamily="34" charset="-122"/>
                <a:cs typeface="Microsoft YaHei" pitchFamily="34" charset="-120"/>
              </a:rPr>
              <a:t>真实代码执行</a:t>
            </a:r>
            <a:endParaRPr lang="en-US" sz="1320" dirty="0"/>
          </a:p>
        </p:txBody>
      </p:sp>
      <p:sp>
        <p:nvSpPr>
          <p:cNvPr id="9" name="Text 7"/>
          <p:cNvSpPr/>
          <p:nvPr/>
        </p:nvSpPr>
        <p:spPr>
          <a:xfrm>
            <a:off x="1847088" y="2286000"/>
            <a:ext cx="3429000" cy="182880"/>
          </a:xfrm>
          <a:prstGeom prst="rect">
            <a:avLst/>
          </a:prstGeom>
          <a:noFill/>
          <a:ln/>
        </p:spPr>
        <p:txBody>
          <a:bodyPr wrap="square" lIns="0" tIns="0" rIns="0" bIns="0" rtlCol="0" anchor="ctr"/>
          <a:lstStyle/>
          <a:p>
            <a:pPr indent="0" marL="0">
              <a:buNone/>
            </a:pPr>
            <a:r>
              <a:rPr lang="en-US" sz="940" dirty="0">
                <a:solidFill>
                  <a:srgbClr val="62718A"/>
                </a:solidFill>
                <a:latin typeface="Microsoft YaHei" pitchFamily="34" charset="0"/>
                <a:ea typeface="Microsoft YaHei" pitchFamily="34" charset="-122"/>
                <a:cs typeface="Microsoft YaHei" pitchFamily="34" charset="-120"/>
              </a:rPr>
              <a:t>支撑做题与判题结果</a:t>
            </a:r>
            <a:endParaRPr lang="en-US" sz="940" dirty="0"/>
          </a:p>
        </p:txBody>
      </p:sp>
      <p:sp>
        <p:nvSpPr>
          <p:cNvPr id="10" name="Shape 8"/>
          <p:cNvSpPr/>
          <p:nvPr/>
        </p:nvSpPr>
        <p:spPr>
          <a:xfrm>
            <a:off x="6309360" y="1481328"/>
            <a:ext cx="4846320" cy="1389888"/>
          </a:xfrm>
          <a:prstGeom prst="roundRect">
            <a:avLst>
              <a:gd name="adj" fmla="val 5263"/>
            </a:avLst>
          </a:prstGeom>
          <a:solidFill>
            <a:srgbClr val="E8FAF8"/>
          </a:solidFill>
          <a:ln w="8890">
            <a:solidFill>
              <a:srgbClr val="FFFFFF"/>
            </a:solidFill>
            <a:prstDash val="solid"/>
          </a:ln>
          <a:effectLst>
            <a:outerShdw sx="100000" sy="100000" kx="0" ky="0" algn="bl" rotWithShape="0" blurRad="12700" dist="50800" dir="2700000">
              <a:srgbClr val="CBD5E1">
                <a:alpha val="13000"/>
              </a:srgbClr>
            </a:outerShdw>
          </a:effectLst>
        </p:spPr>
      </p:sp>
      <p:sp>
        <p:nvSpPr>
          <p:cNvPr id="11" name="Shape 9"/>
          <p:cNvSpPr/>
          <p:nvPr/>
        </p:nvSpPr>
        <p:spPr>
          <a:xfrm>
            <a:off x="6629400" y="1874520"/>
            <a:ext cx="512064" cy="512064"/>
          </a:xfrm>
          <a:prstGeom prst="ellipse">
            <a:avLst/>
          </a:prstGeom>
          <a:solidFill>
            <a:srgbClr val="0F9BA8"/>
          </a:solidFill>
          <a:ln w="12700">
            <a:solidFill>
              <a:srgbClr val="0F9BA8"/>
            </a:solidFill>
            <a:prstDash val="solid"/>
          </a:ln>
        </p:spPr>
      </p:sp>
      <p:sp>
        <p:nvSpPr>
          <p:cNvPr id="12" name="Text 10"/>
          <p:cNvSpPr/>
          <p:nvPr/>
        </p:nvSpPr>
        <p:spPr>
          <a:xfrm>
            <a:off x="6629400" y="2033260"/>
            <a:ext cx="512064" cy="73152"/>
          </a:xfrm>
          <a:prstGeom prst="rect">
            <a:avLst/>
          </a:prstGeom>
          <a:noFill/>
          <a:ln/>
        </p:spPr>
        <p:txBody>
          <a:bodyPr wrap="square" lIns="0" tIns="0" rIns="0" bIns="0" rtlCol="0" anchor="ctr"/>
          <a:lstStyle/>
          <a:p>
            <a:pPr algn="ctr" indent="0" marL="0">
              <a:buNone/>
            </a:pPr>
            <a:r>
              <a:rPr lang="en-US" sz="1000" b="1" dirty="0">
                <a:solidFill>
                  <a:srgbClr val="FFFFFF"/>
                </a:solidFill>
                <a:latin typeface="Microsoft YaHei" pitchFamily="34" charset="0"/>
                <a:ea typeface="Microsoft YaHei" pitchFamily="34" charset="-122"/>
                <a:cs typeface="Microsoft YaHei" pitchFamily="34" charset="-120"/>
              </a:rPr>
              <a:t>A</a:t>
            </a:r>
            <a:endParaRPr lang="en-US" sz="1000" dirty="0"/>
          </a:p>
        </p:txBody>
      </p:sp>
      <p:sp>
        <p:nvSpPr>
          <p:cNvPr id="13" name="Text 11"/>
          <p:cNvSpPr/>
          <p:nvPr/>
        </p:nvSpPr>
        <p:spPr>
          <a:xfrm>
            <a:off x="7333488" y="1773936"/>
            <a:ext cx="1143000" cy="155448"/>
          </a:xfrm>
          <a:prstGeom prst="rect">
            <a:avLst/>
          </a:prstGeom>
          <a:noFill/>
          <a:ln/>
        </p:spPr>
        <p:txBody>
          <a:bodyPr wrap="square" lIns="0" tIns="0" rIns="0" bIns="0" rtlCol="0" anchor="ctr"/>
          <a:lstStyle/>
          <a:p>
            <a:pPr indent="0" marL="0">
              <a:buNone/>
            </a:pPr>
            <a:r>
              <a:rPr lang="en-US" sz="1250" b="1" dirty="0">
                <a:solidFill>
                  <a:srgbClr val="0F9BA8"/>
                </a:solidFill>
                <a:latin typeface="Microsoft YaHei" pitchFamily="34" charset="0"/>
                <a:ea typeface="Microsoft YaHei" pitchFamily="34" charset="-122"/>
                <a:cs typeface="Microsoft YaHei" pitchFamily="34" charset="-120"/>
              </a:rPr>
              <a:t>Agent</a:t>
            </a:r>
            <a:endParaRPr lang="en-US" sz="1250" dirty="0"/>
          </a:p>
        </p:txBody>
      </p:sp>
      <p:sp>
        <p:nvSpPr>
          <p:cNvPr id="14" name="Text 12"/>
          <p:cNvSpPr/>
          <p:nvPr/>
        </p:nvSpPr>
        <p:spPr>
          <a:xfrm>
            <a:off x="8229600" y="1755648"/>
            <a:ext cx="2148840" cy="164592"/>
          </a:xfrm>
          <a:prstGeom prst="rect">
            <a:avLst/>
          </a:prstGeom>
          <a:noFill/>
          <a:ln/>
        </p:spPr>
        <p:txBody>
          <a:bodyPr wrap="square" lIns="0" tIns="0" rIns="0" bIns="0" rtlCol="0" anchor="ctr"/>
          <a:lstStyle/>
          <a:p>
            <a:pPr indent="0" marL="0">
              <a:buNone/>
            </a:pPr>
            <a:r>
              <a:rPr lang="en-US" sz="1320" b="1" dirty="0">
                <a:solidFill>
                  <a:srgbClr val="172033"/>
                </a:solidFill>
                <a:latin typeface="Microsoft YaHei" pitchFamily="34" charset="0"/>
                <a:ea typeface="Microsoft YaHei" pitchFamily="34" charset="-122"/>
                <a:cs typeface="Microsoft YaHei" pitchFamily="34" charset="-120"/>
              </a:rPr>
              <a:t>过程导学</a:t>
            </a:r>
            <a:endParaRPr lang="en-US" sz="1320" dirty="0"/>
          </a:p>
        </p:txBody>
      </p:sp>
      <p:sp>
        <p:nvSpPr>
          <p:cNvPr id="15" name="Text 13"/>
          <p:cNvSpPr/>
          <p:nvPr/>
        </p:nvSpPr>
        <p:spPr>
          <a:xfrm>
            <a:off x="7333488" y="2286000"/>
            <a:ext cx="3429000" cy="182880"/>
          </a:xfrm>
          <a:prstGeom prst="rect">
            <a:avLst/>
          </a:prstGeom>
          <a:noFill/>
          <a:ln/>
        </p:spPr>
        <p:txBody>
          <a:bodyPr wrap="square" lIns="0" tIns="0" rIns="0" bIns="0" rtlCol="0" anchor="ctr"/>
          <a:lstStyle/>
          <a:p>
            <a:pPr indent="0" marL="0">
              <a:buNone/>
            </a:pPr>
            <a:r>
              <a:rPr lang="en-US" sz="940" dirty="0">
                <a:solidFill>
                  <a:srgbClr val="62718A"/>
                </a:solidFill>
                <a:latin typeface="Microsoft YaHei" pitchFamily="34" charset="0"/>
                <a:ea typeface="Microsoft YaHei" pitchFamily="34" charset="-122"/>
                <a:cs typeface="Microsoft YaHei" pitchFamily="34" charset="-120"/>
              </a:rPr>
              <a:t>支撑审题、诊断和迁移</a:t>
            </a:r>
            <a:endParaRPr lang="en-US" sz="940" dirty="0"/>
          </a:p>
        </p:txBody>
      </p:sp>
      <p:sp>
        <p:nvSpPr>
          <p:cNvPr id="16" name="Shape 14"/>
          <p:cNvSpPr/>
          <p:nvPr/>
        </p:nvSpPr>
        <p:spPr>
          <a:xfrm>
            <a:off x="822960" y="3703320"/>
            <a:ext cx="4846320" cy="1389888"/>
          </a:xfrm>
          <a:prstGeom prst="roundRect">
            <a:avLst>
              <a:gd name="adj" fmla="val 5263"/>
            </a:avLst>
          </a:prstGeom>
          <a:solidFill>
            <a:srgbClr val="FFF0F6"/>
          </a:solidFill>
          <a:ln w="8890">
            <a:solidFill>
              <a:srgbClr val="FFFFFF"/>
            </a:solidFill>
            <a:prstDash val="solid"/>
          </a:ln>
          <a:effectLst>
            <a:outerShdw sx="100000" sy="100000" kx="0" ky="0" algn="bl" rotWithShape="0" blurRad="12700" dist="50800" dir="2700000">
              <a:srgbClr val="CBD5E1">
                <a:alpha val="13000"/>
              </a:srgbClr>
            </a:outerShdw>
          </a:effectLst>
        </p:spPr>
      </p:sp>
      <p:sp>
        <p:nvSpPr>
          <p:cNvPr id="17" name="Shape 15"/>
          <p:cNvSpPr/>
          <p:nvPr/>
        </p:nvSpPr>
        <p:spPr>
          <a:xfrm>
            <a:off x="1143000" y="4096512"/>
            <a:ext cx="512064" cy="512064"/>
          </a:xfrm>
          <a:prstGeom prst="ellipse">
            <a:avLst/>
          </a:prstGeom>
          <a:solidFill>
            <a:srgbClr val="E6508A"/>
          </a:solidFill>
          <a:ln w="12700">
            <a:solidFill>
              <a:srgbClr val="E6508A"/>
            </a:solidFill>
            <a:prstDash val="solid"/>
          </a:ln>
        </p:spPr>
      </p:sp>
      <p:sp>
        <p:nvSpPr>
          <p:cNvPr id="18" name="Text 16"/>
          <p:cNvSpPr/>
          <p:nvPr/>
        </p:nvSpPr>
        <p:spPr>
          <a:xfrm>
            <a:off x="1143000" y="4255252"/>
            <a:ext cx="512064" cy="73152"/>
          </a:xfrm>
          <a:prstGeom prst="rect">
            <a:avLst/>
          </a:prstGeom>
          <a:noFill/>
          <a:ln/>
        </p:spPr>
        <p:txBody>
          <a:bodyPr wrap="square" lIns="0" tIns="0" rIns="0" bIns="0" rtlCol="0" anchor="ctr"/>
          <a:lstStyle/>
          <a:p>
            <a:pPr algn="ctr" indent="0" marL="0">
              <a:buNone/>
            </a:pPr>
            <a:r>
              <a:rPr lang="en-US" sz="1000" b="1" dirty="0">
                <a:solidFill>
                  <a:srgbClr val="FFFFFF"/>
                </a:solidFill>
                <a:latin typeface="Microsoft YaHei" pitchFamily="34" charset="0"/>
                <a:ea typeface="Microsoft YaHei" pitchFamily="34" charset="-122"/>
                <a:cs typeface="Microsoft YaHei" pitchFamily="34" charset="-120"/>
              </a:rPr>
              <a:t>R</a:t>
            </a:r>
            <a:endParaRPr lang="en-US" sz="1000" dirty="0"/>
          </a:p>
        </p:txBody>
      </p:sp>
      <p:sp>
        <p:nvSpPr>
          <p:cNvPr id="19" name="Text 17"/>
          <p:cNvSpPr/>
          <p:nvPr/>
        </p:nvSpPr>
        <p:spPr>
          <a:xfrm>
            <a:off x="1847088" y="3995928"/>
            <a:ext cx="1143000" cy="155448"/>
          </a:xfrm>
          <a:prstGeom prst="rect">
            <a:avLst/>
          </a:prstGeom>
          <a:noFill/>
          <a:ln/>
        </p:spPr>
        <p:txBody>
          <a:bodyPr wrap="square" lIns="0" tIns="0" rIns="0" bIns="0" rtlCol="0" anchor="ctr"/>
          <a:lstStyle/>
          <a:p>
            <a:pPr indent="0" marL="0">
              <a:buNone/>
            </a:pPr>
            <a:r>
              <a:rPr lang="en-US" sz="1250" b="1" dirty="0">
                <a:solidFill>
                  <a:srgbClr val="E6508A"/>
                </a:solidFill>
                <a:latin typeface="Microsoft YaHei" pitchFamily="34" charset="0"/>
                <a:ea typeface="Microsoft YaHei" pitchFamily="34" charset="-122"/>
                <a:cs typeface="Microsoft YaHei" pitchFamily="34" charset="-120"/>
              </a:rPr>
              <a:t>RAG</a:t>
            </a:r>
            <a:endParaRPr lang="en-US" sz="1250" dirty="0"/>
          </a:p>
        </p:txBody>
      </p:sp>
      <p:sp>
        <p:nvSpPr>
          <p:cNvPr id="20" name="Text 18"/>
          <p:cNvSpPr/>
          <p:nvPr/>
        </p:nvSpPr>
        <p:spPr>
          <a:xfrm>
            <a:off x="2743200" y="3977640"/>
            <a:ext cx="2148840" cy="164592"/>
          </a:xfrm>
          <a:prstGeom prst="rect">
            <a:avLst/>
          </a:prstGeom>
          <a:noFill/>
          <a:ln/>
        </p:spPr>
        <p:txBody>
          <a:bodyPr wrap="square" lIns="0" tIns="0" rIns="0" bIns="0" rtlCol="0" anchor="ctr"/>
          <a:lstStyle/>
          <a:p>
            <a:pPr indent="0" marL="0">
              <a:buNone/>
            </a:pPr>
            <a:r>
              <a:rPr lang="en-US" sz="1320" b="1" dirty="0">
                <a:solidFill>
                  <a:srgbClr val="172033"/>
                </a:solidFill>
                <a:latin typeface="Microsoft YaHei" pitchFamily="34" charset="0"/>
                <a:ea typeface="Microsoft YaHei" pitchFamily="34" charset="-122"/>
                <a:cs typeface="Microsoft YaHei" pitchFamily="34" charset="-120"/>
              </a:rPr>
              <a:t>课程知识问答</a:t>
            </a:r>
            <a:endParaRPr lang="en-US" sz="1320" dirty="0"/>
          </a:p>
        </p:txBody>
      </p:sp>
      <p:sp>
        <p:nvSpPr>
          <p:cNvPr id="21" name="Text 19"/>
          <p:cNvSpPr/>
          <p:nvPr/>
        </p:nvSpPr>
        <p:spPr>
          <a:xfrm>
            <a:off x="1847088" y="4507992"/>
            <a:ext cx="3429000" cy="182880"/>
          </a:xfrm>
          <a:prstGeom prst="rect">
            <a:avLst/>
          </a:prstGeom>
          <a:noFill/>
          <a:ln/>
        </p:spPr>
        <p:txBody>
          <a:bodyPr wrap="square" lIns="0" tIns="0" rIns="0" bIns="0" rtlCol="0" anchor="ctr"/>
          <a:lstStyle/>
          <a:p>
            <a:pPr indent="0" marL="0">
              <a:buNone/>
            </a:pPr>
            <a:r>
              <a:rPr lang="en-US" sz="940" dirty="0">
                <a:solidFill>
                  <a:srgbClr val="62718A"/>
                </a:solidFill>
                <a:latin typeface="Microsoft YaHei" pitchFamily="34" charset="0"/>
                <a:ea typeface="Microsoft YaHei" pitchFamily="34" charset="-122"/>
                <a:cs typeface="Microsoft YaHei" pitchFamily="34" charset="-120"/>
              </a:rPr>
              <a:t>支撑带引用回答</a:t>
            </a:r>
            <a:endParaRPr lang="en-US" sz="940" dirty="0"/>
          </a:p>
        </p:txBody>
      </p:sp>
      <p:sp>
        <p:nvSpPr>
          <p:cNvPr id="22" name="Shape 20"/>
          <p:cNvSpPr/>
          <p:nvPr/>
        </p:nvSpPr>
        <p:spPr>
          <a:xfrm>
            <a:off x="6309360" y="3703320"/>
            <a:ext cx="4846320" cy="1389888"/>
          </a:xfrm>
          <a:prstGeom prst="roundRect">
            <a:avLst>
              <a:gd name="adj" fmla="val 5263"/>
            </a:avLst>
          </a:prstGeom>
          <a:solidFill>
            <a:srgbClr val="ECFDF5"/>
          </a:solidFill>
          <a:ln w="8890">
            <a:solidFill>
              <a:srgbClr val="FFFFFF"/>
            </a:solidFill>
            <a:prstDash val="solid"/>
          </a:ln>
          <a:effectLst>
            <a:outerShdw sx="100000" sy="100000" kx="0" ky="0" algn="bl" rotWithShape="0" blurRad="12700" dist="50800" dir="2700000">
              <a:srgbClr val="CBD5E1">
                <a:alpha val="13000"/>
              </a:srgbClr>
            </a:outerShdw>
          </a:effectLst>
        </p:spPr>
      </p:sp>
      <p:sp>
        <p:nvSpPr>
          <p:cNvPr id="23" name="Shape 21"/>
          <p:cNvSpPr/>
          <p:nvPr/>
        </p:nvSpPr>
        <p:spPr>
          <a:xfrm>
            <a:off x="6629400" y="4096512"/>
            <a:ext cx="512064" cy="512064"/>
          </a:xfrm>
          <a:prstGeom prst="ellipse">
            <a:avLst/>
          </a:prstGeom>
          <a:solidFill>
            <a:srgbClr val="2CB67D"/>
          </a:solidFill>
          <a:ln w="12700">
            <a:solidFill>
              <a:srgbClr val="2CB67D"/>
            </a:solidFill>
            <a:prstDash val="solid"/>
          </a:ln>
        </p:spPr>
      </p:sp>
      <p:sp>
        <p:nvSpPr>
          <p:cNvPr id="24" name="Text 22"/>
          <p:cNvSpPr/>
          <p:nvPr/>
        </p:nvSpPr>
        <p:spPr>
          <a:xfrm>
            <a:off x="6629400" y="4255252"/>
            <a:ext cx="512064" cy="73152"/>
          </a:xfrm>
          <a:prstGeom prst="rect">
            <a:avLst/>
          </a:prstGeom>
          <a:noFill/>
          <a:ln/>
        </p:spPr>
        <p:txBody>
          <a:bodyPr wrap="square" lIns="0" tIns="0" rIns="0" bIns="0" rtlCol="0" anchor="ctr"/>
          <a:lstStyle/>
          <a:p>
            <a:pPr algn="ctr" indent="0" marL="0">
              <a:buNone/>
            </a:pPr>
            <a:r>
              <a:rPr lang="en-US" sz="1000" b="1" dirty="0">
                <a:solidFill>
                  <a:srgbClr val="FFFFFF"/>
                </a:solidFill>
                <a:latin typeface="Microsoft YaHei" pitchFamily="34" charset="0"/>
                <a:ea typeface="Microsoft YaHei" pitchFamily="34" charset="-122"/>
                <a:cs typeface="Microsoft YaHei" pitchFamily="34" charset="-120"/>
              </a:rPr>
              <a:t>D</a:t>
            </a:r>
            <a:endParaRPr lang="en-US" sz="1000" dirty="0"/>
          </a:p>
        </p:txBody>
      </p:sp>
      <p:sp>
        <p:nvSpPr>
          <p:cNvPr id="25" name="Text 23"/>
          <p:cNvSpPr/>
          <p:nvPr/>
        </p:nvSpPr>
        <p:spPr>
          <a:xfrm>
            <a:off x="7333488" y="3995928"/>
            <a:ext cx="1143000" cy="155448"/>
          </a:xfrm>
          <a:prstGeom prst="rect">
            <a:avLst/>
          </a:prstGeom>
          <a:noFill/>
          <a:ln/>
        </p:spPr>
        <p:txBody>
          <a:bodyPr wrap="square" lIns="0" tIns="0" rIns="0" bIns="0" rtlCol="0" anchor="ctr"/>
          <a:lstStyle/>
          <a:p>
            <a:pPr indent="0" marL="0">
              <a:buNone/>
            </a:pPr>
            <a:r>
              <a:rPr lang="en-US" sz="1250" b="1" dirty="0">
                <a:solidFill>
                  <a:srgbClr val="2CB67D"/>
                </a:solidFill>
                <a:latin typeface="Microsoft YaHei" pitchFamily="34" charset="0"/>
                <a:ea typeface="Microsoft YaHei" pitchFamily="34" charset="-122"/>
                <a:cs typeface="Microsoft YaHei" pitchFamily="34" charset="-120"/>
              </a:rPr>
              <a:t>Data</a:t>
            </a:r>
            <a:endParaRPr lang="en-US" sz="1250" dirty="0"/>
          </a:p>
        </p:txBody>
      </p:sp>
      <p:sp>
        <p:nvSpPr>
          <p:cNvPr id="26" name="Text 24"/>
          <p:cNvSpPr/>
          <p:nvPr/>
        </p:nvSpPr>
        <p:spPr>
          <a:xfrm>
            <a:off x="8229600" y="3977640"/>
            <a:ext cx="2148840" cy="164592"/>
          </a:xfrm>
          <a:prstGeom prst="rect">
            <a:avLst/>
          </a:prstGeom>
          <a:noFill/>
          <a:ln/>
        </p:spPr>
        <p:txBody>
          <a:bodyPr wrap="square" lIns="0" tIns="0" rIns="0" bIns="0" rtlCol="0" anchor="ctr"/>
          <a:lstStyle/>
          <a:p>
            <a:pPr indent="0" marL="0">
              <a:buNone/>
            </a:pPr>
            <a:r>
              <a:rPr lang="en-US" sz="1320" b="1" dirty="0">
                <a:solidFill>
                  <a:srgbClr val="172033"/>
                </a:solidFill>
                <a:latin typeface="Microsoft YaHei" pitchFamily="34" charset="0"/>
                <a:ea typeface="Microsoft YaHei" pitchFamily="34" charset="-122"/>
                <a:cs typeface="Microsoft YaHei" pitchFamily="34" charset="-120"/>
              </a:rPr>
              <a:t>学情闭环</a:t>
            </a:r>
            <a:endParaRPr lang="en-US" sz="1320" dirty="0"/>
          </a:p>
        </p:txBody>
      </p:sp>
      <p:sp>
        <p:nvSpPr>
          <p:cNvPr id="27" name="Text 25"/>
          <p:cNvSpPr/>
          <p:nvPr/>
        </p:nvSpPr>
        <p:spPr>
          <a:xfrm>
            <a:off x="7333488" y="4507992"/>
            <a:ext cx="3429000" cy="182880"/>
          </a:xfrm>
          <a:prstGeom prst="rect">
            <a:avLst/>
          </a:prstGeom>
          <a:noFill/>
          <a:ln/>
        </p:spPr>
        <p:txBody>
          <a:bodyPr wrap="square" lIns="0" tIns="0" rIns="0" bIns="0" rtlCol="0" anchor="ctr"/>
          <a:lstStyle/>
          <a:p>
            <a:pPr indent="0" marL="0">
              <a:buNone/>
            </a:pPr>
            <a:r>
              <a:rPr lang="en-US" sz="940" dirty="0">
                <a:solidFill>
                  <a:srgbClr val="62718A"/>
                </a:solidFill>
                <a:latin typeface="Microsoft YaHei" pitchFamily="34" charset="0"/>
                <a:ea typeface="Microsoft YaHei" pitchFamily="34" charset="-122"/>
                <a:cs typeface="Microsoft YaHei" pitchFamily="34" charset="-120"/>
              </a:rPr>
              <a:t>支撑错题、掌握度和看板</a:t>
            </a:r>
            <a:endParaRPr lang="en-US" sz="940" dirty="0"/>
          </a:p>
        </p:txBody>
      </p:sp>
      <p:sp>
        <p:nvSpPr>
          <p:cNvPr id="25" name="Slide Number Placeholder 0"/>
          <p:cNvSpPr>
            <a:spLocks noGrp="1"/>
          </p:cNvSpPr>
          <p:nvPr>
            <p:ph type="sldNum" sz="quarter" idx="4294967295"/>
          </p:nvPr>
        </p:nvSpPr>
        <p:spPr>
          <a:xfrm>
            <a:off x="11475720" y="6556248"/>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6B7A90"/>
                </a:solidFill>
                <a:latin typeface="Microsoft YaHei"/>
                <a:ea typeface="Microsoft YaHei"/>
                <a:cs typeface="Microsoft YaHei"/>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72033"/>
        </a:solidFill>
      </p:bgPr>
    </p:bg>
    <p:spTree>
      <p:nvGrpSpPr>
        <p:cNvPr id="1" name=""/>
        <p:cNvGrpSpPr/>
        <p:nvPr/>
      </p:nvGrpSpPr>
      <p:grpSpPr>
        <a:xfrm>
          <a:off x="0" y="0"/>
          <a:ext cx="0" cy="0"/>
          <a:chOff x="0" y="0"/>
          <a:chExt cx="0" cy="0"/>
        </a:xfrm>
      </p:grpSpPr>
      <p:sp>
        <p:nvSpPr>
          <p:cNvPr id="2" name="Shape 0"/>
          <p:cNvSpPr/>
          <p:nvPr/>
        </p:nvSpPr>
        <p:spPr>
          <a:xfrm rot="600000">
            <a:off x="-1371600" y="-1828800"/>
            <a:ext cx="5943600" cy="5943600"/>
          </a:xfrm>
          <a:prstGeom prst="arc">
            <a:avLst/>
          </a:prstGeom>
          <a:noFill/>
          <a:ln w="254000">
            <a:solidFill>
              <a:srgbClr val="0F9BA8">
                <a:alpha val="70000"/>
              </a:srgbClr>
            </a:solidFill>
            <a:prstDash val="solid"/>
          </a:ln>
        </p:spPr>
      </p:sp>
      <p:sp>
        <p:nvSpPr>
          <p:cNvPr id="3" name="Shape 1"/>
          <p:cNvSpPr/>
          <p:nvPr/>
        </p:nvSpPr>
        <p:spPr>
          <a:xfrm rot="1200000">
            <a:off x="8138160" y="2926080"/>
            <a:ext cx="5029200" cy="5029200"/>
          </a:xfrm>
          <a:prstGeom prst="arc">
            <a:avLst/>
          </a:prstGeom>
          <a:noFill/>
          <a:ln w="228600">
            <a:solidFill>
              <a:srgbClr val="E6508A">
                <a:alpha val="65000"/>
              </a:srgbClr>
            </a:solidFill>
            <a:prstDash val="solid"/>
          </a:ln>
        </p:spPr>
      </p:sp>
      <p:sp>
        <p:nvSpPr>
          <p:cNvPr id="4" name="Shape 2"/>
          <p:cNvSpPr/>
          <p:nvPr/>
        </p:nvSpPr>
        <p:spPr>
          <a:xfrm>
            <a:off x="685800" y="749808"/>
            <a:ext cx="1335024" cy="310896"/>
          </a:xfrm>
          <a:prstGeom prst="roundRect">
            <a:avLst>
              <a:gd name="adj" fmla="val 14706"/>
            </a:avLst>
          </a:prstGeom>
          <a:solidFill>
            <a:srgbClr val="0F9BA8"/>
          </a:solidFill>
          <a:ln w="12700">
            <a:solidFill>
              <a:srgbClr val="0F9BA8"/>
            </a:solidFill>
            <a:prstDash val="solid"/>
          </a:ln>
        </p:spPr>
      </p:sp>
      <p:sp>
        <p:nvSpPr>
          <p:cNvPr id="5" name="Text 3"/>
          <p:cNvSpPr/>
          <p:nvPr/>
        </p:nvSpPr>
        <p:spPr>
          <a:xfrm>
            <a:off x="685800" y="850392"/>
            <a:ext cx="1335024" cy="73152"/>
          </a:xfrm>
          <a:prstGeom prst="rect">
            <a:avLst/>
          </a:prstGeom>
          <a:noFill/>
          <a:ln/>
        </p:spPr>
        <p:txBody>
          <a:bodyPr wrap="square" lIns="0" tIns="0" rIns="0" bIns="0" rtlCol="0" anchor="ctr">
            <a:normAutofit/>
          </a:bodyPr>
          <a:lstStyle/>
          <a:p>
            <a:pPr algn="ctr" indent="0" marL="0">
              <a:buNone/>
            </a:pPr>
            <a:r>
              <a:rPr lang="en-US" sz="720" b="1" dirty="0">
                <a:solidFill>
                  <a:srgbClr val="FFFFFF"/>
                </a:solidFill>
                <a:latin typeface="Microsoft YaHei" pitchFamily="34" charset="0"/>
                <a:ea typeface="Microsoft YaHei" pitchFamily="34" charset="-122"/>
                <a:cs typeface="Microsoft YaHei" pitchFamily="34" charset="-120"/>
              </a:rPr>
              <a:t>SUMMARY</a:t>
            </a:r>
            <a:endParaRPr lang="en-US" sz="720" dirty="0"/>
          </a:p>
        </p:txBody>
      </p:sp>
      <p:sp>
        <p:nvSpPr>
          <p:cNvPr id="6" name="Text 4"/>
          <p:cNvSpPr/>
          <p:nvPr/>
        </p:nvSpPr>
        <p:spPr>
          <a:xfrm>
            <a:off x="713232" y="1600200"/>
            <a:ext cx="8046720" cy="438912"/>
          </a:xfrm>
          <a:prstGeom prst="rect">
            <a:avLst/>
          </a:prstGeom>
          <a:noFill/>
          <a:ln/>
        </p:spPr>
        <p:txBody>
          <a:bodyPr wrap="square" lIns="0" tIns="0" rIns="0" bIns="0" rtlCol="0" anchor="ctr">
            <a:normAutofit/>
          </a:bodyPr>
          <a:lstStyle/>
          <a:p>
            <a:pPr indent="0" marL="0">
              <a:buNone/>
            </a:pPr>
            <a:r>
              <a:rPr lang="en-US" sz="2500" b="1" dirty="0">
                <a:solidFill>
                  <a:srgbClr val="FFFFFF"/>
                </a:solidFill>
                <a:latin typeface="Microsoft YaHei" pitchFamily="34" charset="0"/>
                <a:ea typeface="Microsoft YaHei" pitchFamily="34" charset="-122"/>
                <a:cs typeface="Microsoft YaHei" pitchFamily="34" charset="-120"/>
              </a:rPr>
              <a:t>把“提交代码得到结果”升级为</a:t>
            </a:r>
            <a:endParaRPr lang="en-US" sz="2500" dirty="0"/>
          </a:p>
        </p:txBody>
      </p:sp>
      <p:sp>
        <p:nvSpPr>
          <p:cNvPr id="7" name="Text 5"/>
          <p:cNvSpPr/>
          <p:nvPr/>
        </p:nvSpPr>
        <p:spPr>
          <a:xfrm>
            <a:off x="713232" y="2331720"/>
            <a:ext cx="8961120" cy="960120"/>
          </a:xfrm>
          <a:prstGeom prst="rect">
            <a:avLst/>
          </a:prstGeom>
          <a:noFill/>
          <a:ln/>
        </p:spPr>
        <p:txBody>
          <a:bodyPr wrap="square" lIns="0" tIns="0" rIns="0" bIns="0" rtlCol="0" anchor="ctr">
            <a:normAutofit/>
          </a:bodyPr>
          <a:lstStyle/>
          <a:p>
            <a:pPr indent="0" marL="0">
              <a:buNone/>
            </a:pPr>
            <a:r>
              <a:rPr lang="en-US" sz="2800" b="1" dirty="0">
                <a:solidFill>
                  <a:srgbClr val="D8FBFF"/>
                </a:solidFill>
                <a:latin typeface="Microsoft YaHei" pitchFamily="34" charset="0"/>
                <a:ea typeface="Microsoft YaHei" pitchFamily="34" charset="-122"/>
                <a:cs typeface="Microsoft YaHei" pitchFamily="34" charset="-120"/>
              </a:rPr>
              <a:t>可引导、可诊断、可复习、可分析</a:t>
            </a:r>
            <a:endParaRPr lang="en-US" sz="2800" dirty="0"/>
          </a:p>
          <a:p>
            <a:pPr indent="0" marL="0">
              <a:buNone/>
            </a:pPr>
            <a:r>
              <a:rPr lang="en-US" sz="2800" b="1" dirty="0">
                <a:solidFill>
                  <a:srgbClr val="D8FBFF"/>
                </a:solidFill>
                <a:latin typeface="Microsoft YaHei" pitchFamily="34" charset="0"/>
                <a:ea typeface="Microsoft YaHei" pitchFamily="34" charset="-122"/>
                <a:cs typeface="Microsoft YaHei" pitchFamily="34" charset="-120"/>
              </a:rPr>
              <a:t>的语言学习闭环</a:t>
            </a:r>
            <a:endParaRPr lang="en-US" sz="2800" dirty="0"/>
          </a:p>
        </p:txBody>
      </p:sp>
      <p:sp>
        <p:nvSpPr>
          <p:cNvPr id="8" name="Shape 6"/>
          <p:cNvSpPr/>
          <p:nvPr/>
        </p:nvSpPr>
        <p:spPr>
          <a:xfrm>
            <a:off x="777240" y="4846320"/>
            <a:ext cx="1298448" cy="438912"/>
          </a:xfrm>
          <a:prstGeom prst="roundRect">
            <a:avLst>
              <a:gd name="adj" fmla="val 10417"/>
            </a:avLst>
          </a:prstGeom>
          <a:solidFill>
            <a:srgbClr val="0F9BA8"/>
          </a:solidFill>
          <a:ln w="12700">
            <a:solidFill>
              <a:srgbClr val="0F9BA8"/>
            </a:solidFill>
            <a:prstDash val="solid"/>
          </a:ln>
        </p:spPr>
      </p:sp>
      <p:sp>
        <p:nvSpPr>
          <p:cNvPr id="9" name="Text 7"/>
          <p:cNvSpPr/>
          <p:nvPr/>
        </p:nvSpPr>
        <p:spPr>
          <a:xfrm>
            <a:off x="777240" y="5010912"/>
            <a:ext cx="1298448" cy="73152"/>
          </a:xfrm>
          <a:prstGeom prst="rect">
            <a:avLst/>
          </a:prstGeom>
          <a:noFill/>
          <a:ln/>
        </p:spPr>
        <p:txBody>
          <a:bodyPr wrap="square" lIns="0" tIns="0" rIns="0" bIns="0" rtlCol="0" anchor="ctr">
            <a:normAutofit/>
          </a:bodyPr>
          <a:lstStyle/>
          <a:p>
            <a:pPr algn="ctr" indent="0" marL="0">
              <a:buNone/>
            </a:pPr>
            <a:r>
              <a:rPr lang="en-US" sz="850" b="1" dirty="0">
                <a:solidFill>
                  <a:srgbClr val="FFFFFF"/>
                </a:solidFill>
                <a:latin typeface="Microsoft YaHei" pitchFamily="34" charset="0"/>
                <a:ea typeface="Microsoft YaHei" pitchFamily="34" charset="-122"/>
                <a:cs typeface="Microsoft YaHei" pitchFamily="34" charset="-120"/>
              </a:rPr>
              <a:t>登录</a:t>
            </a:r>
            <a:endParaRPr lang="en-US" sz="850" dirty="0"/>
          </a:p>
        </p:txBody>
      </p:sp>
      <p:sp>
        <p:nvSpPr>
          <p:cNvPr id="10" name="Shape 8"/>
          <p:cNvSpPr/>
          <p:nvPr/>
        </p:nvSpPr>
        <p:spPr>
          <a:xfrm>
            <a:off x="2148840" y="5074920"/>
            <a:ext cx="475488" cy="0"/>
          </a:xfrm>
          <a:prstGeom prst="line">
            <a:avLst/>
          </a:prstGeom>
          <a:noFill/>
          <a:ln w="16510">
            <a:solidFill>
              <a:srgbClr val="94A3B8"/>
            </a:solidFill>
            <a:prstDash val="solid"/>
            <a:tailEnd type="triangle"/>
          </a:ln>
        </p:spPr>
      </p:sp>
      <p:sp>
        <p:nvSpPr>
          <p:cNvPr id="11" name="Shape 9"/>
          <p:cNvSpPr/>
          <p:nvPr/>
        </p:nvSpPr>
        <p:spPr>
          <a:xfrm>
            <a:off x="2807208" y="4846320"/>
            <a:ext cx="1298448" cy="438912"/>
          </a:xfrm>
          <a:prstGeom prst="roundRect">
            <a:avLst>
              <a:gd name="adj" fmla="val 10417"/>
            </a:avLst>
          </a:prstGeom>
          <a:solidFill>
            <a:srgbClr val="0F9BA8"/>
          </a:solidFill>
          <a:ln w="12700">
            <a:solidFill>
              <a:srgbClr val="0F9BA8"/>
            </a:solidFill>
            <a:prstDash val="solid"/>
          </a:ln>
        </p:spPr>
      </p:sp>
      <p:sp>
        <p:nvSpPr>
          <p:cNvPr id="12" name="Text 10"/>
          <p:cNvSpPr/>
          <p:nvPr/>
        </p:nvSpPr>
        <p:spPr>
          <a:xfrm>
            <a:off x="2807208" y="5010912"/>
            <a:ext cx="1298448" cy="73152"/>
          </a:xfrm>
          <a:prstGeom prst="rect">
            <a:avLst/>
          </a:prstGeom>
          <a:noFill/>
          <a:ln/>
        </p:spPr>
        <p:txBody>
          <a:bodyPr wrap="square" lIns="0" tIns="0" rIns="0" bIns="0" rtlCol="0" anchor="ctr">
            <a:normAutofit/>
          </a:bodyPr>
          <a:lstStyle/>
          <a:p>
            <a:pPr algn="ctr" indent="0" marL="0">
              <a:buNone/>
            </a:pPr>
            <a:r>
              <a:rPr lang="en-US" sz="850" b="1" dirty="0">
                <a:solidFill>
                  <a:srgbClr val="FFFFFF"/>
                </a:solidFill>
                <a:latin typeface="Microsoft YaHei" pitchFamily="34" charset="0"/>
                <a:ea typeface="Microsoft YaHei" pitchFamily="34" charset="-122"/>
                <a:cs typeface="Microsoft YaHei" pitchFamily="34" charset="-120"/>
              </a:rPr>
              <a:t>做题</a:t>
            </a:r>
            <a:endParaRPr lang="en-US" sz="850" dirty="0"/>
          </a:p>
        </p:txBody>
      </p:sp>
      <p:sp>
        <p:nvSpPr>
          <p:cNvPr id="13" name="Shape 11"/>
          <p:cNvSpPr/>
          <p:nvPr/>
        </p:nvSpPr>
        <p:spPr>
          <a:xfrm>
            <a:off x="4178808" y="5074920"/>
            <a:ext cx="475488" cy="0"/>
          </a:xfrm>
          <a:prstGeom prst="line">
            <a:avLst/>
          </a:prstGeom>
          <a:noFill/>
          <a:ln w="16510">
            <a:solidFill>
              <a:srgbClr val="94A3B8"/>
            </a:solidFill>
            <a:prstDash val="solid"/>
            <a:tailEnd type="triangle"/>
          </a:ln>
        </p:spPr>
      </p:sp>
      <p:sp>
        <p:nvSpPr>
          <p:cNvPr id="14" name="Shape 12"/>
          <p:cNvSpPr/>
          <p:nvPr/>
        </p:nvSpPr>
        <p:spPr>
          <a:xfrm>
            <a:off x="4837176" y="4846320"/>
            <a:ext cx="1298448" cy="438912"/>
          </a:xfrm>
          <a:prstGeom prst="roundRect">
            <a:avLst>
              <a:gd name="adj" fmla="val 10417"/>
            </a:avLst>
          </a:prstGeom>
          <a:solidFill>
            <a:srgbClr val="E6508A"/>
          </a:solidFill>
          <a:ln w="12700">
            <a:solidFill>
              <a:srgbClr val="E6508A"/>
            </a:solidFill>
            <a:prstDash val="solid"/>
          </a:ln>
        </p:spPr>
      </p:sp>
      <p:sp>
        <p:nvSpPr>
          <p:cNvPr id="15" name="Text 13"/>
          <p:cNvSpPr/>
          <p:nvPr/>
        </p:nvSpPr>
        <p:spPr>
          <a:xfrm>
            <a:off x="4837176" y="5010912"/>
            <a:ext cx="1298448" cy="73152"/>
          </a:xfrm>
          <a:prstGeom prst="rect">
            <a:avLst/>
          </a:prstGeom>
          <a:noFill/>
          <a:ln/>
        </p:spPr>
        <p:txBody>
          <a:bodyPr wrap="square" lIns="0" tIns="0" rIns="0" bIns="0" rtlCol="0" anchor="ctr">
            <a:normAutofit/>
          </a:bodyPr>
          <a:lstStyle/>
          <a:p>
            <a:pPr algn="ctr" indent="0" marL="0">
              <a:buNone/>
            </a:pPr>
            <a:r>
              <a:rPr lang="en-US" sz="850" b="1" dirty="0">
                <a:solidFill>
                  <a:srgbClr val="FFFFFF"/>
                </a:solidFill>
                <a:latin typeface="Microsoft YaHei" pitchFamily="34" charset="0"/>
                <a:ea typeface="Microsoft YaHei" pitchFamily="34" charset="-122"/>
                <a:cs typeface="Microsoft YaHei" pitchFamily="34" charset="-120"/>
              </a:rPr>
              <a:t>AI 导学</a:t>
            </a:r>
            <a:endParaRPr lang="en-US" sz="850" dirty="0"/>
          </a:p>
        </p:txBody>
      </p:sp>
      <p:sp>
        <p:nvSpPr>
          <p:cNvPr id="16" name="Shape 14"/>
          <p:cNvSpPr/>
          <p:nvPr/>
        </p:nvSpPr>
        <p:spPr>
          <a:xfrm>
            <a:off x="6208776" y="5074920"/>
            <a:ext cx="475488" cy="0"/>
          </a:xfrm>
          <a:prstGeom prst="line">
            <a:avLst/>
          </a:prstGeom>
          <a:noFill/>
          <a:ln w="16510">
            <a:solidFill>
              <a:srgbClr val="94A3B8"/>
            </a:solidFill>
            <a:prstDash val="solid"/>
            <a:tailEnd type="triangle"/>
          </a:ln>
        </p:spPr>
      </p:sp>
      <p:sp>
        <p:nvSpPr>
          <p:cNvPr id="17" name="Shape 15"/>
          <p:cNvSpPr/>
          <p:nvPr/>
        </p:nvSpPr>
        <p:spPr>
          <a:xfrm>
            <a:off x="6867144" y="4846320"/>
            <a:ext cx="1298448" cy="438912"/>
          </a:xfrm>
          <a:prstGeom prst="roundRect">
            <a:avLst>
              <a:gd name="adj" fmla="val 10417"/>
            </a:avLst>
          </a:prstGeom>
          <a:solidFill>
            <a:srgbClr val="0F9BA8"/>
          </a:solidFill>
          <a:ln w="12700">
            <a:solidFill>
              <a:srgbClr val="0F9BA8"/>
            </a:solidFill>
            <a:prstDash val="solid"/>
          </a:ln>
        </p:spPr>
      </p:sp>
      <p:sp>
        <p:nvSpPr>
          <p:cNvPr id="18" name="Text 16"/>
          <p:cNvSpPr/>
          <p:nvPr/>
        </p:nvSpPr>
        <p:spPr>
          <a:xfrm>
            <a:off x="6867144" y="5010912"/>
            <a:ext cx="1298448" cy="73152"/>
          </a:xfrm>
          <a:prstGeom prst="rect">
            <a:avLst/>
          </a:prstGeom>
          <a:noFill/>
          <a:ln/>
        </p:spPr>
        <p:txBody>
          <a:bodyPr wrap="square" lIns="0" tIns="0" rIns="0" bIns="0" rtlCol="0" anchor="ctr">
            <a:normAutofit/>
          </a:bodyPr>
          <a:lstStyle/>
          <a:p>
            <a:pPr algn="ctr" indent="0" marL="0">
              <a:buNone/>
            </a:pPr>
            <a:r>
              <a:rPr lang="en-US" sz="850" b="1" dirty="0">
                <a:solidFill>
                  <a:srgbClr val="FFFFFF"/>
                </a:solidFill>
                <a:latin typeface="Microsoft YaHei" pitchFamily="34" charset="0"/>
                <a:ea typeface="Microsoft YaHei" pitchFamily="34" charset="-122"/>
                <a:cs typeface="Microsoft YaHei" pitchFamily="34" charset="-120"/>
              </a:rPr>
              <a:t>知识问答</a:t>
            </a:r>
            <a:endParaRPr lang="en-US" sz="850" dirty="0"/>
          </a:p>
        </p:txBody>
      </p:sp>
      <p:sp>
        <p:nvSpPr>
          <p:cNvPr id="19" name="Shape 17"/>
          <p:cNvSpPr/>
          <p:nvPr/>
        </p:nvSpPr>
        <p:spPr>
          <a:xfrm>
            <a:off x="8238744" y="5074920"/>
            <a:ext cx="475488" cy="0"/>
          </a:xfrm>
          <a:prstGeom prst="line">
            <a:avLst/>
          </a:prstGeom>
          <a:noFill/>
          <a:ln w="16510">
            <a:solidFill>
              <a:srgbClr val="94A3B8"/>
            </a:solidFill>
            <a:prstDash val="solid"/>
            <a:tailEnd type="triangle"/>
          </a:ln>
        </p:spPr>
      </p:sp>
      <p:sp>
        <p:nvSpPr>
          <p:cNvPr id="20" name="Shape 18"/>
          <p:cNvSpPr/>
          <p:nvPr/>
        </p:nvSpPr>
        <p:spPr>
          <a:xfrm>
            <a:off x="8897112" y="4846320"/>
            <a:ext cx="1298448" cy="438912"/>
          </a:xfrm>
          <a:prstGeom prst="roundRect">
            <a:avLst>
              <a:gd name="adj" fmla="val 10417"/>
            </a:avLst>
          </a:prstGeom>
          <a:solidFill>
            <a:srgbClr val="0F9BA8"/>
          </a:solidFill>
          <a:ln w="12700">
            <a:solidFill>
              <a:srgbClr val="0F9BA8"/>
            </a:solidFill>
            <a:prstDash val="solid"/>
          </a:ln>
        </p:spPr>
      </p:sp>
      <p:sp>
        <p:nvSpPr>
          <p:cNvPr id="21" name="Text 19"/>
          <p:cNvSpPr/>
          <p:nvPr/>
        </p:nvSpPr>
        <p:spPr>
          <a:xfrm>
            <a:off x="8897112" y="5010912"/>
            <a:ext cx="1298448" cy="73152"/>
          </a:xfrm>
          <a:prstGeom prst="rect">
            <a:avLst/>
          </a:prstGeom>
          <a:noFill/>
          <a:ln/>
        </p:spPr>
        <p:txBody>
          <a:bodyPr wrap="square" lIns="0" tIns="0" rIns="0" bIns="0" rtlCol="0" anchor="ctr">
            <a:normAutofit/>
          </a:bodyPr>
          <a:lstStyle/>
          <a:p>
            <a:pPr algn="ctr" indent="0" marL="0">
              <a:buNone/>
            </a:pPr>
            <a:r>
              <a:rPr lang="en-US" sz="850" b="1" dirty="0">
                <a:solidFill>
                  <a:srgbClr val="FFFFFF"/>
                </a:solidFill>
                <a:latin typeface="Microsoft YaHei" pitchFamily="34" charset="0"/>
                <a:ea typeface="Microsoft YaHei" pitchFamily="34" charset="-122"/>
                <a:cs typeface="Microsoft YaHei" pitchFamily="34" charset="-120"/>
              </a:rPr>
              <a:t>学情分析</a:t>
            </a:r>
            <a:endParaRPr lang="en-US" sz="850" dirty="0"/>
          </a:p>
        </p:txBody>
      </p:sp>
      <p:sp>
        <p:nvSpPr>
          <p:cNvPr id="22" name="Text 20"/>
          <p:cNvSpPr/>
          <p:nvPr/>
        </p:nvSpPr>
        <p:spPr>
          <a:xfrm>
            <a:off x="777240" y="5715000"/>
            <a:ext cx="3200400" cy="201168"/>
          </a:xfrm>
          <a:prstGeom prst="rect">
            <a:avLst/>
          </a:prstGeom>
          <a:noFill/>
          <a:ln/>
        </p:spPr>
        <p:txBody>
          <a:bodyPr wrap="square" lIns="0" tIns="0" rIns="0" bIns="0" rtlCol="0" anchor="ctr"/>
          <a:lstStyle/>
          <a:p>
            <a:pPr indent="0" marL="0">
              <a:buNone/>
            </a:pPr>
            <a:r>
              <a:rPr lang="en-US" sz="1200" b="1" dirty="0">
                <a:solidFill>
                  <a:srgbClr val="FFFFFF"/>
                </a:solidFill>
                <a:latin typeface="Microsoft YaHei" pitchFamily="34" charset="0"/>
                <a:ea typeface="Microsoft YaHei" pitchFamily="34" charset="-122"/>
                <a:cs typeface="Microsoft YaHei" pitchFamily="34" charset="-120"/>
              </a:rPr>
              <a:t>接下来进入 5 分钟 Demo</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icrosoft YaHe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icrosoft YaHe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Alethicode 项目介绍</dc:title>
  <dc:subject>面向非科班编程语言初学者的 LLM 驱动智能教育平台</dc:subject>
  <dc:creator>Alethicode Team</dc:creator>
  <cp:lastModifiedBy>Alethicode Team</cp:lastModifiedBy>
  <cp:revision>1</cp:revision>
  <dcterms:created xsi:type="dcterms:W3CDTF">2026-04-13T12:24:36Z</dcterms:created>
  <dcterms:modified xsi:type="dcterms:W3CDTF">2026-04-13T12:24:36Z</dcterms:modified>
</cp:coreProperties>
</file>