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Alethicode——面向初学者的 LLM 驱动智能教育平台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292608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比赛作品展示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3931920"/>
            <a:ext cx="1828800" cy="54864"/>
          </a:xfrm>
          <a:prstGeom prst="rect">
            <a:avLst/>
          </a:prstGeom>
          <a:solidFill>
            <a:srgbClr val="409EFF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项目背景 — 三大教学痛点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7680960" cy="18288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80160"/>
            <a:ext cx="76809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传统 OJ 只返回 AC/WA 等结果，学生不知道自己具体错在哪里</a:t>
            </a:r>
            <a:endParaRPr lang="en-US" sz="16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课堂课件与课后练习割裂，学生难以把知识点迁移到代码实现</a:t>
            </a:r>
            <a:endParaRPr lang="en-US" sz="16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教师缺少班级层面的学习证据，难以及时识别薄弱点和风险学生</a:t>
            </a:r>
            <a:endParaRPr lang="en-US" sz="16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初学者常常不知道下一步该做什么，缺少过程性学习引导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解决方案 — 当前项目的四条主线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7680960" cy="18288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80160"/>
            <a:ext cx="76809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学习任务与评测：题目、提交、自动判题，多语言支持（Python3/C/C++/Java）</a:t>
            </a:r>
            <a:endParaRPr lang="en-US" sz="16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LLM 导学：做题页内嵌 6 阶段工作流，5 个 Agent 输出 11 类教学卡片</a:t>
            </a:r>
            <a:endParaRPr lang="en-US" sz="16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课件问答：课程内容包 + 混合检索 + 引用式回答</a:t>
            </a:r>
            <a:endParaRPr lang="en-US" sz="16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学习闭环：错题本、专项复习、班级数据看板与后台语言包管理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核心技术一：做题页 LLM 导学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3291840"/>
            <a:ext cx="1371600" cy="45720"/>
          </a:xfrm>
          <a:prstGeom prst="rect">
            <a:avLst/>
          </a:prstGeom>
          <a:solidFill>
            <a:srgbClr val="409EFF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阶段教学工作流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7680960" cy="18288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80160"/>
            <a:ext cx="76809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READING：审题引导，帮助学生读懂题意、输入输出与约束</a:t>
            </a:r>
            <a:endParaRPr lang="en-US" sz="16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IDEATING：思路分析，帮助学生拆问题、找方法、想边界</a:t>
            </a:r>
            <a:endParaRPr lang="en-US" sz="16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CODING：编码阶段，提供最小必要支持，不直接替学生完成代码</a:t>
            </a:r>
            <a:endParaRPr lang="en-US" sz="16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ERROR_FEEDBACK：错误诊断，解释失败原因并给出修复方向</a:t>
            </a:r>
            <a:endParaRPr lang="en-US" sz="16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AC_REVIEW / TRANSFER：通过复盘与迁移练习，帮助知识迁移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Agent 编排 + 结构化输出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7680960" cy="18288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1887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09E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架构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36576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GuideAgent：审题与思路引导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DiagnosticsAgent：错误诊断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TransferAgent：AC 后总结与迁移练习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MetacognitiveAgent：学习反思与元认知引导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ChatAgent：跨阶段补充对话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846320" y="11887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09E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质量保障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846320" y="1645920"/>
            <a:ext cx="38404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11 类教学卡片：导学、诊断、执行解释、复盘、迁移等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ReflectionService：对关键输出做结构与内容复查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做题页强绑定题目上下文，减少空泛回答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ReAct 等增强推理能力保留为 Beta 开关，不作为默认前提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核心技术二：课件知识问答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3291840"/>
            <a:ext cx="1371600" cy="45720"/>
          </a:xfrm>
          <a:prstGeom prst="rect">
            <a:avLst/>
          </a:prstGeom>
          <a:solidFill>
            <a:srgbClr val="409EFF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课程内容包 + 混合检索问答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7680960" cy="18288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80160"/>
            <a:ext cx="76809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后台提供 10 阶段语言包初始化管线：从课件上传到内容发布全程可追踪</a:t>
            </a:r>
            <a:endParaRPr lang="en-US" sz="16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课件被加工为页面文本、知识点、教学单元与问题资源</a:t>
            </a:r>
            <a:endParaRPr lang="en-US" sz="16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问答链路采用关键词检索 + 向量检索，回答附带引用页码</a:t>
            </a:r>
            <a:endParaRPr lang="en-US" sz="16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QA Grounding Critic 等能力保留为 Beta 开关，比赛演示以可核验主流程为准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核心技术三：教师学情分析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3291840"/>
            <a:ext cx="1371600" cy="45720"/>
          </a:xfrm>
          <a:prstGeom prst="rect">
            <a:avLst/>
          </a:prstGeom>
          <a:solidFill>
            <a:srgbClr val="409EFF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教师端数据看板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7680960" cy="18288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1887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09E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班级分析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36576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班级学习脉搏：周度趋势与活跃度变化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薄弱知识点识别：帮助教师快速定位教学盲区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课程内容使用分析：把课件使用与做题行为关联起来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周报生成：沉淀班级阶段性学习情况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846320" y="11887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09E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教学支持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846320" y="1645920"/>
            <a:ext cx="38404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风险学生识别：结合掌握度、活跃度与连续错误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学生画像：从班级视角查看个体学习状态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班级、题目、作业放在同一系统里联动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强调真实可演示的教师侧页面，而不是隐藏入口或实验页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面向初学者的体验设计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3291840"/>
            <a:ext cx="1371600" cy="45720"/>
          </a:xfrm>
          <a:prstGeom prst="rect">
            <a:avLst/>
          </a:prstGeom>
          <a:solidFill>
            <a:srgbClr val="409EFF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学生侧学习闭环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7680960" cy="18288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1887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09E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学习工具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36576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错题本集中展示错误记录、根因分析与修复结果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AI 反思帮助学生把“做错”转化为“学会了什么”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专项复习包支持围绕同类错误集中再练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首页仪表盘显示掌握度、今日复习和下一步建议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846320" y="11887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09E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交互体验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846320" y="1645920"/>
            <a:ext cx="38404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题目页 LLM 导学面板与代码编辑区同屏，减少界面切换成本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课件问答作为一级入口，方便回看课堂知识点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错题本支持筛选、导出和重做此题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界面围绕初学者学习节奏设计，而非竞赛型重刷题体验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技术规模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645920"/>
            <a:ext cx="153619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09E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359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560320"/>
            <a:ext cx="15361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Java 源文件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267712" y="1645920"/>
            <a:ext cx="153619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09E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103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2267712" y="2560320"/>
            <a:ext cx="15361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Vue 组件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803904" y="1645920"/>
            <a:ext cx="153619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09E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300+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803904" y="2560320"/>
            <a:ext cx="15361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接口映射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340096" y="1645920"/>
            <a:ext cx="153619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09E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49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5340096" y="2560320"/>
            <a:ext cx="15361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数据库迁移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76288" y="1645920"/>
            <a:ext cx="153619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09E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6876288" y="2560320"/>
            <a:ext cx="15361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卡片类型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技术栈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7680960" cy="18288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80160"/>
            <a:ext cx="76809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后端：Spring Boot 3.4.4 + Java 21 + JPA/JdbcTemplate + WebSocket</a:t>
            </a:r>
            <a:endParaRPr lang="en-US" sz="16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前端：Vue 3 + Vite + Element Plus + CodeMirror 6 + ECharts</a:t>
            </a:r>
            <a:endParaRPr lang="en-US" sz="16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数据库：PostgreSQL + pgvector + Redis</a:t>
            </a:r>
            <a:endParaRPr lang="en-US" sz="16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判题：Judge Server Docker 沙箱</a:t>
            </a:r>
            <a:endParaRPr lang="en-US" sz="16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工程支撑：Flyway、Swagger UI、Micrometer / Prometheus、start.sh 一键启动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292608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Alethicode——面向初学者的 LLM 驱动智能教育平台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3931920"/>
            <a:ext cx="1828800" cy="54864"/>
          </a:xfrm>
          <a:prstGeom prst="rect">
            <a:avLst/>
          </a:prstGeom>
          <a:solidFill>
            <a:srgbClr val="409EFF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Alethicode——面向初学者的 LLM 驱动智能教育平台</dc:title>
  <dc:subject>PptxGenJS Presentation</dc:subject>
  <dc:creator>Alethicode Team</dc:creator>
  <cp:lastModifiedBy>Alethicode Team</cp:lastModifiedBy>
  <cp:revision>1</cp:revision>
  <dcterms:created xsi:type="dcterms:W3CDTF">2026-04-08T12:28:51Z</dcterms:created>
  <dcterms:modified xsi:type="dcterms:W3CDTF">2026-04-08T12:28:51Z</dcterms:modified>
</cp:coreProperties>
</file>